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bad33397fd45f1" /><Relationship Type="http://schemas.openxmlformats.org/officeDocument/2006/relationships/extended-properties" Target="/docProps/app.xml" Id="Rc3d62b90c1ea402b" /><Relationship Type="http://schemas.openxmlformats.org/officeDocument/2006/relationships/officeDocument" Target="/ppt/presentation.xml" Id="R0c055c6f0b384b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144407dd654f6a"/>
  </p:sldMasterIdLst>
  <p:notesMasterIdLst>
    <p:notesMasterId xmlns:r="http://schemas.openxmlformats.org/officeDocument/2006/relationships" r:id="Re8bb373481f74f8e"/>
  </p:notesMasterIdLst>
  <p:sldIdLst>
    <p:sldId xmlns:r="http://schemas.openxmlformats.org/officeDocument/2006/relationships" id="256" r:id="R72f08d95a0114ba1"/>
    <p:sldId xmlns:r="http://schemas.openxmlformats.org/officeDocument/2006/relationships" id="257" r:id="Rc7e5a6838f424a4e"/>
    <p:sldId xmlns:r="http://schemas.openxmlformats.org/officeDocument/2006/relationships" id="258" r:id="R2739504f7e704f0b"/>
    <p:sldId xmlns:r="http://schemas.openxmlformats.org/officeDocument/2006/relationships" id="259" r:id="R3a443740c60442bf"/>
    <p:sldId xmlns:r="http://schemas.openxmlformats.org/officeDocument/2006/relationships" id="260" r:id="Rbae5eb7e74ce4499"/>
    <p:sldId xmlns:r="http://schemas.openxmlformats.org/officeDocument/2006/relationships" id="261" r:id="R80aa25b26c264776"/>
    <p:sldId xmlns:r="http://schemas.openxmlformats.org/officeDocument/2006/relationships" id="262" r:id="R359366d752404bc8"/>
    <p:sldId xmlns:r="http://schemas.openxmlformats.org/officeDocument/2006/relationships" id="263" r:id="R07ada9bc1d5c4678"/>
    <p:sldId xmlns:r="http://schemas.openxmlformats.org/officeDocument/2006/relationships" id="264" r:id="R465021c4a9ba4295"/>
    <p:sldId xmlns:r="http://schemas.openxmlformats.org/officeDocument/2006/relationships" id="265" r:id="R845731617429465b"/>
    <p:sldId xmlns:r="http://schemas.openxmlformats.org/officeDocument/2006/relationships" id="266" r:id="R9812e92f19fe4a0f"/>
    <p:sldId xmlns:r="http://schemas.openxmlformats.org/officeDocument/2006/relationships" id="267" r:id="Rc8f7f5cbd39f4fb8"/>
    <p:sldId xmlns:r="http://schemas.openxmlformats.org/officeDocument/2006/relationships" id="268" r:id="Re28f63c5acfd4075"/>
    <p:sldId xmlns:r="http://schemas.openxmlformats.org/officeDocument/2006/relationships" id="269" r:id="R44ebc290933b42c6"/>
    <p:sldId xmlns:r="http://schemas.openxmlformats.org/officeDocument/2006/relationships" id="270" r:id="R191fdd06aadf48e7"/>
    <p:sldId xmlns:r="http://schemas.openxmlformats.org/officeDocument/2006/relationships" id="271" r:id="R4249a73ae3b74e47"/>
    <p:sldId xmlns:r="http://schemas.openxmlformats.org/officeDocument/2006/relationships" id="272" r:id="R29c2c3f12e9d4cbf"/>
    <p:sldId xmlns:r="http://schemas.openxmlformats.org/officeDocument/2006/relationships" id="273" r:id="R3536333917db4ab1"/>
    <p:sldId xmlns:r="http://schemas.openxmlformats.org/officeDocument/2006/relationships" id="274" r:id="R63d3ba20baaf44cd"/>
    <p:sldId xmlns:r="http://schemas.openxmlformats.org/officeDocument/2006/relationships" id="275" r:id="Rca7fe6b9cf2745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d0f6a230034bec" /><Relationship Type="http://schemas.openxmlformats.org/officeDocument/2006/relationships/slideMaster" Target="/ppt/slideMasters/slideMaster1.xml" Id="Rc4144407dd654f6a" /><Relationship Type="http://schemas.openxmlformats.org/officeDocument/2006/relationships/notesMaster" Target="/ppt/notesMasters/notesMaster1.xml" Id="Re8bb373481f74f8e" /><Relationship Type="http://schemas.openxmlformats.org/officeDocument/2006/relationships/presProps" Target="/ppt/presProps.xml" Id="Rf94b21239d194e3b" /><Relationship Type="http://schemas.openxmlformats.org/officeDocument/2006/relationships/tableStyles" Target="/ppt/tableStyles.xml" Id="Ra48b81401e8c465d" /><Relationship Type="http://schemas.openxmlformats.org/officeDocument/2006/relationships/slide" Target="/ppt/slides/slide1.xml" Id="R72f08d95a0114ba1" /><Relationship Type="http://schemas.openxmlformats.org/officeDocument/2006/relationships/slide" Target="/ppt/slides/slide2.xml" Id="Rc7e5a6838f424a4e" /><Relationship Type="http://schemas.openxmlformats.org/officeDocument/2006/relationships/slide" Target="/ppt/slides/slide3.xml" Id="R2739504f7e704f0b" /><Relationship Type="http://schemas.openxmlformats.org/officeDocument/2006/relationships/slide" Target="/ppt/slides/slide4.xml" Id="R3a443740c60442bf" /><Relationship Type="http://schemas.openxmlformats.org/officeDocument/2006/relationships/slide" Target="/ppt/slides/slide5.xml" Id="Rbae5eb7e74ce4499" /><Relationship Type="http://schemas.openxmlformats.org/officeDocument/2006/relationships/slide" Target="/ppt/slides/slide6.xml" Id="R80aa25b26c264776" /><Relationship Type="http://schemas.openxmlformats.org/officeDocument/2006/relationships/slide" Target="/ppt/slides/slide7.xml" Id="R359366d752404bc8" /><Relationship Type="http://schemas.openxmlformats.org/officeDocument/2006/relationships/slide" Target="/ppt/slides/slide8.xml" Id="R07ada9bc1d5c4678" /><Relationship Type="http://schemas.openxmlformats.org/officeDocument/2006/relationships/slide" Target="/ppt/slides/slide9.xml" Id="R465021c4a9ba4295" /><Relationship Type="http://schemas.openxmlformats.org/officeDocument/2006/relationships/slide" Target="/ppt/slides/slide10.xml" Id="R845731617429465b" /><Relationship Type="http://schemas.openxmlformats.org/officeDocument/2006/relationships/slide" Target="/ppt/slides/slide11.xml" Id="R9812e92f19fe4a0f" /><Relationship Type="http://schemas.openxmlformats.org/officeDocument/2006/relationships/slide" Target="/ppt/slides/slide12.xml" Id="Rc8f7f5cbd39f4fb8" /><Relationship Type="http://schemas.openxmlformats.org/officeDocument/2006/relationships/slide" Target="/ppt/slides/slide13.xml" Id="Re28f63c5acfd4075" /><Relationship Type="http://schemas.openxmlformats.org/officeDocument/2006/relationships/slide" Target="/ppt/slides/slide14.xml" Id="R44ebc290933b42c6" /><Relationship Type="http://schemas.openxmlformats.org/officeDocument/2006/relationships/slide" Target="/ppt/slides/slide15.xml" Id="R191fdd06aadf48e7" /><Relationship Type="http://schemas.openxmlformats.org/officeDocument/2006/relationships/slide" Target="/ppt/slides/slide16.xml" Id="R4249a73ae3b74e47" /><Relationship Type="http://schemas.openxmlformats.org/officeDocument/2006/relationships/slide" Target="/ppt/slides/slide17.xml" Id="R29c2c3f12e9d4cbf" /><Relationship Type="http://schemas.openxmlformats.org/officeDocument/2006/relationships/slide" Target="/ppt/slides/slide18.xml" Id="R3536333917db4ab1" /><Relationship Type="http://schemas.openxmlformats.org/officeDocument/2006/relationships/slide" Target="/ppt/slides/slide19.xml" Id="R63d3ba20baaf44cd" /><Relationship Type="http://schemas.openxmlformats.org/officeDocument/2006/relationships/slide" Target="/ppt/slides/slide20.xml" Id="Rca7fe6b9cf2745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779ea4be2e4c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a1f7bd690e42b6" /><Relationship Type="http://schemas.openxmlformats.org/officeDocument/2006/relationships/notesMaster" Target="/ppt/notesMasters/notesMaster1.xml" Id="Reacbbe7220f64e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1efc42fca74f49" /><Relationship Type="http://schemas.openxmlformats.org/officeDocument/2006/relationships/notesMaster" Target="/ppt/notesMasters/notesMaster1.xml" Id="Rf05aefd6d8b04c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10e6379953440a" /><Relationship Type="http://schemas.openxmlformats.org/officeDocument/2006/relationships/notesMaster" Target="/ppt/notesMasters/notesMaster1.xml" Id="R6eadec952ed841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e0add5313f4748" /><Relationship Type="http://schemas.openxmlformats.org/officeDocument/2006/relationships/notesMaster" Target="/ppt/notesMasters/notesMaster1.xml" Id="Ra9adfc1035db4c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17fa5f1c0647e2" /><Relationship Type="http://schemas.openxmlformats.org/officeDocument/2006/relationships/notesMaster" Target="/ppt/notesMasters/notesMaster1.xml" Id="R31d12dbe550e44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1a41b2b111455d" /><Relationship Type="http://schemas.openxmlformats.org/officeDocument/2006/relationships/notesMaster" Target="/ppt/notesMasters/notesMaster1.xml" Id="Re731de2bef1841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9520bc1b204dfb" /><Relationship Type="http://schemas.openxmlformats.org/officeDocument/2006/relationships/notesMaster" Target="/ppt/notesMasters/notesMaster1.xml" Id="R39be15677d534a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a439d9255d409c" /><Relationship Type="http://schemas.openxmlformats.org/officeDocument/2006/relationships/notesMaster" Target="/ppt/notesMasters/notesMaster1.xml" Id="Ra03d494aa4e942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431072255240ab" /><Relationship Type="http://schemas.openxmlformats.org/officeDocument/2006/relationships/notesMaster" Target="/ppt/notesMasters/notesMaster1.xml" Id="Rb7952b6183f340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4c94a4656a4ba0" /><Relationship Type="http://schemas.openxmlformats.org/officeDocument/2006/relationships/notesMaster" Target="/ppt/notesMasters/notesMaster1.xml" Id="Rf08e73e2323e4c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d2dba96e6f4459" /><Relationship Type="http://schemas.openxmlformats.org/officeDocument/2006/relationships/notesMaster" Target="/ppt/notesMasters/notesMaster1.xml" Id="R2f8179aa3b4540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029fd1e73f4c04" /><Relationship Type="http://schemas.openxmlformats.org/officeDocument/2006/relationships/notesMaster" Target="/ppt/notesMasters/notesMaster1.xml" Id="R7c16cc362f734ff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d1d1a62704c4db0" /><Relationship Type="http://schemas.openxmlformats.org/officeDocument/2006/relationships/notesMaster" Target="/ppt/notesMasters/notesMaster1.xml" Id="R72a8bda525a340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377053636694037" /><Relationship Type="http://schemas.openxmlformats.org/officeDocument/2006/relationships/notesMaster" Target="/ppt/notesMasters/notesMaster1.xml" Id="R8f7b444f3959470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f86080e2cfa424d" /><Relationship Type="http://schemas.openxmlformats.org/officeDocument/2006/relationships/notesMaster" Target="/ppt/notesMasters/notesMaster1.xml" Id="Rbaee46d1d7b540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f401158120a411e" /><Relationship Type="http://schemas.openxmlformats.org/officeDocument/2006/relationships/notesMaster" Target="/ppt/notesMasters/notesMaster1.xml" Id="R16c281141871471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e07465f61184e2b" /><Relationship Type="http://schemas.openxmlformats.org/officeDocument/2006/relationships/notesMaster" Target="/ppt/notesMasters/notesMaster1.xml" Id="Rae8257fab5cc4d3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f974aef76d94201" /><Relationship Type="http://schemas.openxmlformats.org/officeDocument/2006/relationships/notesMaster" Target="/ppt/notesMasters/notesMaster1.xml" Id="R92b05405bd1b4ab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626cbaa498e4e58" /><Relationship Type="http://schemas.openxmlformats.org/officeDocument/2006/relationships/notesMaster" Target="/ppt/notesMasters/notesMaster1.xml" Id="R24e707ed54dd48d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a5797dba377406f" /><Relationship Type="http://schemas.openxmlformats.org/officeDocument/2006/relationships/notesMaster" Target="/ppt/notesMasters/notesMaster1.xml" Id="Rd49be445280947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开场：这不是一份通用 VSM 教程，而是当前 VEngine 实现的工作流复盘。</a:t>
            </a:r>
          </a:p>
          <a:p xmlns:a="http://schemas.openxmlformats.org/drawingml/2006/main">
            <a:r>
              <a:t>主线：Camera Depth 如何在同一帧内变成可采样的虚拟阴影页。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先给全景，再逐步拆解。</a:t>
            </a:r>
          </a:p>
          <a:p xmlns:a="http://schemas.openxmlformats.org/drawingml/2006/main">
            <a:r>
              <a:t>强调“同帧”和“无请求 readback”是贯穿全套演示的两条主线。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不是宣称阴影质量自动提升，而是重新划分工作职责。</a:t>
            </a:r>
          </a:p>
          <a:p xmlns:a="http://schemas.openxmlformats.org/drawingml/2006/main">
            <a:r>
              <a:t>当前版本仍由 CPU 提交 caster mesh draw，但不再按页面拆 draw。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先区分逻辑分辨率与实际显存占用。</a:t>
            </a:r>
          </a:p>
          <a:p xmlns:a="http://schemas.openxmlformats.org/drawingml/2006/main">
            <a:r>
              <a:t>Dense entry 为 0 表示缺页，非零值编码 physical index + 1。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 L3 到 L0 是分配优先级，不是屏幕绘制顺序。</a:t>
            </a:r>
          </a:p>
          <a:p xmlns:a="http://schemas.openxmlformats.org/drawingml/2006/main">
            <a:r>
              <a:t>粗级先拿到页面，物理池压力下仍能保持远景兜底。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本页主动划清边界，防止把设计中的后续工作误当成当前实现。</a:t>
            </a:r>
          </a:p>
          <a:p xmlns:a="http://schemas.openxmlformats.org/drawingml/2006/main">
            <a:r>
              <a:t>Metal 共用 RHI 合约，但 GPU-driven 选择条件当前明确排除 Metal。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Scene View 与 Game View 共享实现，不共享 page mapping 和 atlas 内容。</a:t>
            </a:r>
          </a:p>
          <a:p xmlns:a="http://schemas.openxmlformats.org/drawingml/2006/main">
            <a:r>
              <a:t>这是 Editor 多视口正确性的关键边界。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14 个节点：1 depth + 3 前置 compute + 8 级别 pass + render + finalize。</a:t>
            </a:r>
          </a:p>
          <a:p xmlns:a="http://schemas.openxmlformats.org/drawingml/2006/main">
            <a:r>
              <a:t>下一页开始沿着这条图逐段放大。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深度预通道让页面需求来自实际可见 receiver。</a:t>
            </a:r>
          </a:p>
          <a:p xmlns:a="http://schemas.openxmlformats.org/drawingml/2006/main">
            <a:r>
              <a:t>透明物体和当前非目标 caster 类型不在首阶段范围。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requested 每帧清零，key、age 与 dirty 继续保留。</a:t>
            </a:r>
          </a:p>
          <a:p xmlns:a="http://schemas.openxmlformats.org/drawingml/2006/main">
            <a:r>
              <a:t>CPU 只上传小型失效键列表，这是当前 hybrid invalidation 的边界。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当前优化版把邻域扩张移出 per-pixel pass。</a:t>
            </a:r>
          </a:p>
          <a:p xmlns:a="http://schemas.openxmlformats.org/drawingml/2006/main">
            <a:r>
              <a:t>这样每个 receiver pixel 的全局原子写从最多 36 次下降到最多 4 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3×3 保守邻域在 logical-page scan 中完成。</a:t>
            </a:r>
          </a:p>
          <a:p xmlns:a="http://schemas.openxmlformats.org/drawingml/2006/main">
            <a:r>
              <a:t>RequestCounts 为四个级别提供独立 append offset。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ResolvePageHitsCS 在每个级别上并行处理 compact requests。</a:t>
            </a:r>
          </a:p>
          <a:p xmlns:a="http://schemas.openxmlformats.org/drawingml/2006/main">
            <a:r>
              <a:t>绝对页身份不匹配时，旧 local mapping 不能当作命中。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 allocation 每个级别用单线程 dispatch，优先正确性。</a:t>
            </a:r>
          </a:p>
          <a:p xmlns:a="http://schemas.openxmlformats.org/drawingml/2006/main">
            <a:r>
              <a:t>池耗尽且全页 pinned 时保持 missing，采样继续尝试粗级。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VS 用 SV_InstanceID 读取 physical-page metadata。</a:t>
            </a:r>
          </a:p>
          <a:p xmlns:a="http://schemas.openxmlformats.org/drawingml/2006/main">
            <a:r>
              <a:t>这是 general GPU Scene 之前的 correctness-first bridge：CPU 仍按 mesh 提交，但不按 page 拆分。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GPU mode 走 dense table；CPU fallback 仍保留原 hash-table constants。</a:t>
            </a:r>
          </a:p>
          <a:p xmlns:a="http://schemas.openxmlformats.org/drawingml/2006/main">
            <a:r>
              <a:t>Atlas 寻址继续使用一 texel gutter 和比较采样 PCF。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移动 caster 必须同时失效旧阴影和新阴影覆盖。</a:t>
            </a:r>
          </a:p>
          <a:p xmlns:a="http://schemas.openxmlformats.org/drawingml/2006/main">
            <a:r>
              <a:t>失效键使用 absolute XY + level，故相机离开后返回仍不会复用过期内容。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标题栏验证当前截图来自 D3D11。</a:t>
            </a:r>
          </a:p>
          <a:p xmlns:a="http://schemas.openxmlformats.org/drawingml/2006/main">
            <a:r>
              <a:t>失败处理以不中断场景渲染为第一原则，并切到 CPU VSM。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这张图是当前构建的真实 Editor 截图，不是概念图。</a:t>
            </a:r>
          </a:p>
          <a:p xmlns:a="http://schemas.openxmlformats.org/drawingml/2006/main">
            <a:r>
              <a:t>可见两个视图同时呈现，支撑 per-view isolation 的验收场景。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收尾回到开场的同帧闭环。</a:t>
            </a:r>
          </a:p>
          <a:p xmlns:a="http://schemas.openxmlformats.org/drawingml/2006/main">
            <a:r>
              <a:t>后续工作按“减少 CPU 工作、减少无效 GPU 工作、补齐跨平台与诊断”三条线推进。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9753ad8ba644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7bc18769c2486d" /><Relationship Type="http://schemas.openxmlformats.org/officeDocument/2006/relationships/slideLayout" Target="/ppt/slideLayouts/slideLayout1.xml" Id="R914c75fa7c9e45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4c75fa7c9e45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993f8e58f41dd" /><Relationship Type="http://schemas.openxmlformats.org/officeDocument/2006/relationships/notesSlide" Target="/ppt/notesSlides/notesSlide1.xml" Id="Rf09f03c6cf7d44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d6f25433b462e" /><Relationship Type="http://schemas.openxmlformats.org/officeDocument/2006/relationships/notesSlide" Target="/ppt/notesSlides/notesSlide2.xml" Id="R3166002869824b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6330b064b4b9f" /><Relationship Type="http://schemas.openxmlformats.org/officeDocument/2006/relationships/notesSlide" Target="/ppt/notesSlides/notesSlide3.xml" Id="Rb12206bbbc574e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b62a5114d4de4" /><Relationship Type="http://schemas.openxmlformats.org/officeDocument/2006/relationships/notesSlide" Target="/ppt/notesSlides/notesSlide4.xml" Id="R9a95479116014f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fd1f2d7f942ca" /><Relationship Type="http://schemas.openxmlformats.org/officeDocument/2006/relationships/notesSlide" Target="/ppt/notesSlides/notesSlide5.xml" Id="R3bee13ececdc47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4c28370424d99" /><Relationship Type="http://schemas.openxmlformats.org/officeDocument/2006/relationships/notesSlide" Target="/ppt/notesSlides/notesSlide6.xml" Id="Rc243e7cb2a604a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76936e84d4668" /><Relationship Type="http://schemas.openxmlformats.org/officeDocument/2006/relationships/notesSlide" Target="/ppt/notesSlides/notesSlide7.xml" Id="R70e7f63feab344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58cce1fb4418b" /><Relationship Type="http://schemas.openxmlformats.org/officeDocument/2006/relationships/notesSlide" Target="/ppt/notesSlides/notesSlide8.xml" Id="R9864ccceb7874a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a0e8c47644f0b" /><Relationship Type="http://schemas.openxmlformats.org/officeDocument/2006/relationships/notesSlide" Target="/ppt/notesSlides/notesSlide9.xml" Id="R979c8d6de34345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99425258c4a14" /><Relationship Type="http://schemas.openxmlformats.org/officeDocument/2006/relationships/notesSlide" Target="/ppt/notesSlides/notesSlide10.xml" Id="R81c48f09229641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554eb2c954e8d" /><Relationship Type="http://schemas.openxmlformats.org/officeDocument/2006/relationships/notesSlide" Target="/ppt/notesSlides/notesSlide11.xml" Id="R7b61d62974444bc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3ea763d9c4133" /><Relationship Type="http://schemas.openxmlformats.org/officeDocument/2006/relationships/notesSlide" Target="/ppt/notesSlides/notesSlide12.xml" Id="Re123f91352ba4d1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7a1bb5bc949d9" /><Relationship Type="http://schemas.openxmlformats.org/officeDocument/2006/relationships/notesSlide" Target="/ppt/notesSlides/notesSlide13.xml" Id="R8810a7d784e6483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1d9a2f8334bad" /><Relationship Type="http://schemas.openxmlformats.org/officeDocument/2006/relationships/notesSlide" Target="/ppt/notesSlides/notesSlide14.xml" Id="R0da0d17099e143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cdb0249f64dd7" /><Relationship Type="http://schemas.openxmlformats.org/officeDocument/2006/relationships/notesSlide" Target="/ppt/notesSlides/notesSlide15.xml" Id="R468bbabbf1bf46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649859da543c1" /><Relationship Type="http://schemas.openxmlformats.org/officeDocument/2006/relationships/notesSlide" Target="/ppt/notesSlides/notesSlide16.xml" Id="Rf2bde48ac9804c5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27038455d4ca3" /><Relationship Type="http://schemas.openxmlformats.org/officeDocument/2006/relationships/notesSlide" Target="/ppt/notesSlides/notesSlide17.xml" Id="R0aabd5c864194cf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954ca15e04abf" /><Relationship Type="http://schemas.openxmlformats.org/officeDocument/2006/relationships/image" Target="/ppt/media/image.png" Id="Rc6ae4481702c4005" /><Relationship Type="http://schemas.openxmlformats.org/officeDocument/2006/relationships/notesSlide" Target="/ppt/notesSlides/notesSlide18.xml" Id="Rbcaaaf44c63d4b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81c0f0028435d" /><Relationship Type="http://schemas.openxmlformats.org/officeDocument/2006/relationships/image" Target="/ppt/media/image2.png" Id="R97eb4e0cbe8a41e7" /><Relationship Type="http://schemas.openxmlformats.org/officeDocument/2006/relationships/notesSlide" Target="/ppt/notesSlides/notesSlide19.xml" Id="Rf2c816915eb4403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27c73613d41d0" /><Relationship Type="http://schemas.openxmlformats.org/officeDocument/2006/relationships/notesSlide" Target="/ppt/notesSlides/notesSlide20.xml" Id="Rdbe9f845388d4d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D25083-EA6D-4B9B-B78E-6BA706AF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B0AD1-9A62-4A7E-BD98-3F8B0AC3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69A5C-CDD2-4F6D-83C1-4D8EA52F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RENDERING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58527-76EE-4570-9654-FE39BC60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6858000" cy="179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GPU Driven
Virtual Shadow Maps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47FC4-0A8D-4E40-93D7-66B07165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6381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从 Camera Depth 到同帧虚拟阴影页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BFA26-BA3E-4C2D-86DD-708AFC82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666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基于当前 D3D11 / D3D12 实现的端到端工作流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ADA09-54FD-4294-9445-53B9A73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71800"/>
            <a:ext cx="781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992F5-D2B9-44F4-8797-A6A3D21E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71800"/>
            <a:ext cx="781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D351D1-CB0A-4949-8DC2-66189FB2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38350"/>
            <a:ext cx="1143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0E8DB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0CE65-D086-40DF-A1F4-9BDE3DD9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228850"/>
            <a:ext cx="1143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9B078B-E766-40E1-B024-C366AF63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419350"/>
            <a:ext cx="1143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B146C-47AC-4755-AB76-C7415D91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574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0A90A-AB77-4730-B3DB-88CB82F3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479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152995-EA4B-43FB-96FD-3CA25CBA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384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ATLAS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781050" y="5772150"/>
            <a:ext cx="1038225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6876D-0600-4644-B7A7-F3BC7A7F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43600"/>
            <a:ext cx="4286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Internal Technical Sharing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774F25-204B-43DB-9124-F4C68303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943600"/>
            <a:ext cx="781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2026 · 07</a:t>
            </a:r>
          </a:p>
        </p:txBody>
      </p:sp>
    </p:spTree>
    <p:extLst>
      <p:ext uri="{BB962C8B-B14F-4D97-AF65-F5344CB8AC3E}">
        <p14:creationId xmlns:p14="http://schemas.microsoft.com/office/powerpoint/2010/main" val="10729907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-2">
            <a:extLst xmlns:a="http://schemas.openxmlformats.org/drawingml/2006/main">
              <a:ext uri="{FF2B5EF4-FFF2-40B4-BE49-F238E27FC236}">
                <a16:creationId xmlns:a16="http://schemas.microsoft.com/office/drawing/2014/main" id="{B55AE42A-E416-4F55-921E-5F2C0A34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2">
            <a:extLst xmlns:a="http://schemas.openxmlformats.org/drawingml/2006/main">
              <a:ext uri="{FF2B5EF4-FFF2-40B4-BE49-F238E27FC236}">
                <a16:creationId xmlns:a16="http://schemas.microsoft.com/office/drawing/2014/main" id="{3B824F9A-902A-4119-8CDB-5D1A7D71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2">
            <a:extLst xmlns:a="http://schemas.openxmlformats.org/drawingml/2006/main">
              <a:ext uri="{FF2B5EF4-FFF2-40B4-BE49-F238E27FC236}">
                <a16:creationId xmlns:a16="http://schemas.microsoft.com/office/drawing/2014/main" id="{0CB67EAD-3E4D-47C0-ADC3-9BBFD38E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2">
            <a:extLst xmlns:a="http://schemas.openxmlformats.org/drawingml/2006/main">
              <a:ext uri="{FF2B5EF4-FFF2-40B4-BE49-F238E27FC236}">
                <a16:creationId xmlns:a16="http://schemas.microsoft.com/office/drawing/2014/main" id="{75E1F511-17A8-47E7-B76F-664073CF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同一帧内，Camera Depth 变成可采样阴影页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2">
            <a:extLst xmlns:a="http://schemas.openxmlformats.org/drawingml/2006/main">
              <a:ext uri="{FF2B5EF4-FFF2-40B4-BE49-F238E27FC236}">
                <a16:creationId xmlns:a16="http://schemas.microsoft.com/office/drawing/2014/main" id="{57AA197D-EB6E-4BF3-8DEB-C9FAD55C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GpuVirtualShadowRenderPass.cpp:386–500</a:t>
            </a:r>
          </a:p>
        </p:txBody>
      </p:sp>
      <p:sp>
        <p:nvSpPr>
          <p:cNvPr id="7" name="page-2">
            <a:extLst xmlns:a="http://schemas.openxmlformats.org/drawingml/2006/main">
              <a:ext uri="{FF2B5EF4-FFF2-40B4-BE49-F238E27FC236}">
                <a16:creationId xmlns:a16="http://schemas.microsoft.com/office/drawing/2014/main" id="{2DBF3840-20F3-4030-9254-0354EDE1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F86FC-46BB-4852-AA29-7A4DBEC7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14625"/>
            <a:ext cx="552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958489-3385-4680-9E14-08E0777A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14625"/>
            <a:ext cx="552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A4EF6A-D64C-4D11-9504-D671AD54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14625"/>
            <a:ext cx="552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434F4-007F-4125-A92C-2A672A3E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14625"/>
            <a:ext cx="552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4EB011-06E5-4E37-8F4A-4E226991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17526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8BB4A-1BD7-4248-8881-CB3C0741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52700"/>
            <a:ext cx="1752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Camera
Depth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9AA09-20CD-42D5-A3C7-A32711AC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62200"/>
            <a:ext cx="17526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24A52D-DDA0-40EE-A0BE-474FD360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52700"/>
            <a:ext cx="1752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Mark &amp;
Compact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F2F0F6-D365-4008-A520-309BABA7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62200"/>
            <a:ext cx="17526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C6BBEA-B65C-47BC-A003-0B815B11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52700"/>
            <a:ext cx="1752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 &amp;
Allocate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301540-DF6B-4740-AA1A-F856A48A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62200"/>
            <a:ext cx="17526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B00EE0-895E-4F44-8250-CF6977C1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52700"/>
            <a:ext cx="1752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
Pages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A2A714-4330-4354-8757-C832C089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62200"/>
            <a:ext cx="17526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50A422-580E-40DF-8A12-97538277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52700"/>
            <a:ext cx="1752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Forward
Sample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40B0DD-2554-42EC-9DF8-A51D056D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1047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C5B8A1-1F4E-4D9F-92B7-7D79875E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19275"/>
            <a:ext cx="104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101B3-A987-40DD-A56D-809DFA01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790700"/>
            <a:ext cx="781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GPU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7551A6-8FC2-4F9C-BAA9-DF677CD7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输入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9D35D7-E77F-43BA-8020-48A79624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6715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深度与相机矩阵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8F926D-E0DC-4F0D-83BB-CC1D9C43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输出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8D2950-F9FC-4EAD-AF5D-255D89D5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67150"/>
            <a:ext cx="2571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Dense Page Table + Atlas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56A18D-9F4D-454C-9EA7-72DAFCBC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105918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014A62-91DA-404E-A466-32B51E26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关键结论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3DE9AE-D771-439E-BF4A-2EEF2A3B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19650"/>
            <a:ext cx="8382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GPU 完成页面请求、缓存命中、物理页分配与页面绘制；CPU 不再读取请求列表，也不再逐页构建 draw。</a:t>
            </a:r>
          </a:p>
        </p:txBody>
      </p:sp>
    </p:spTree>
    <p:extLst>
      <p:ext uri="{BB962C8B-B14F-4D97-AF65-F5344CB8AC3E}">
        <p14:creationId xmlns:p14="http://schemas.microsoft.com/office/powerpoint/2010/main" val="14970575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background-3">
            <a:extLst xmlns:a="http://schemas.openxmlformats.org/drawingml/2006/main">
              <a:ext uri="{FF2B5EF4-FFF2-40B4-BE49-F238E27FC236}">
                <a16:creationId xmlns:a16="http://schemas.microsoft.com/office/drawing/2014/main" id="{220F2F47-E71C-428C-A54E-49E807A8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3">
            <a:extLst xmlns:a="http://schemas.openxmlformats.org/drawingml/2006/main">
              <a:ext uri="{FF2B5EF4-FFF2-40B4-BE49-F238E27FC236}">
                <a16:creationId xmlns:a16="http://schemas.microsoft.com/office/drawing/2014/main" id="{B662E465-6318-4090-811B-85BE0366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3">
            <a:extLst xmlns:a="http://schemas.openxmlformats.org/drawingml/2006/main">
              <a:ext uri="{FF2B5EF4-FFF2-40B4-BE49-F238E27FC236}">
                <a16:creationId xmlns:a16="http://schemas.microsoft.com/office/drawing/2014/main" id="{7549EAF7-DA04-47F7-BEBA-E42E6C3E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90171142-EB2F-4305-BA80-F80A9D46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关键升级：页请求不再往返 CPU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3">
            <a:extLst xmlns:a="http://schemas.openxmlformats.org/drawingml/2006/main">
              <a:ext uri="{FF2B5EF4-FFF2-40B4-BE49-F238E27FC236}">
                <a16:creationId xmlns:a16="http://schemas.microsoft.com/office/drawing/2014/main" id="{E2E1159F-1842-4AC8-B457-3EEBA93D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 Driven VSM Design:5–21, 231–250</a:t>
            </a:r>
          </a:p>
        </p:txBody>
      </p:sp>
      <p:sp>
        <p:nvSpPr>
          <p:cNvPr id="7" name="page-3">
            <a:extLst xmlns:a="http://schemas.openxmlformats.org/drawingml/2006/main">
              <a:ext uri="{FF2B5EF4-FFF2-40B4-BE49-F238E27FC236}">
                <a16:creationId xmlns:a16="http://schemas.microsoft.com/office/drawing/2014/main" id="{85520CDC-ADB3-4DBD-BF13-4E7B6818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47A38F-ABF5-4C8F-9193-28A22F6A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CPU 驱动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8FCFB-7B09-4538-B304-F8435E84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GPU 驱动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1600200" y="2390775"/>
            <a:ext cx="8820150" cy="476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FB84D"/>
            </a:solidFill>
            <a:prstDash val="dash"/>
          </a:ln>
        </p:spPr>
      </p:cxnSp>
      <p:cxnSp>
        <p:nvCxnSpPr>
          <p:cNvPr id="43" name=""/>
          <p:cNvCxnSpPr/>
          <p:nvPr/>
        </p:nvCxnSpPr>
        <p:spPr>
          <a:xfrm xmlns:a="http://schemas.openxmlformats.org/drawingml/2006/main">
            <a:off x="1600200" y="4543425"/>
            <a:ext cx="8820150" cy="476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8D6FF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8FCDE5-9195-462B-A094-DE88F1DC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286000"/>
            <a:ext cx="5334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CFF42D-E8E2-4E93-988C-D7C63EE9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438650"/>
            <a:ext cx="5334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D18A3F-0BFD-4B18-89FF-3077EA79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905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B8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C94493-8F08-4329-879C-B0030A5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Receiver Bounds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A7A7D-8AA7-4D12-8482-D4550030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43100"/>
            <a:ext cx="1905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30261B"/>
          </a:solidFill>
          <a:ln xmlns:a="http://schemas.openxmlformats.org/drawingml/2006/main" w="9525">
            <a:solidFill>
              <a:srgbClr val="FFB84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DA489-CCF7-4610-BD67-42A2617D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4790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CPU Requests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705150-FE8C-40EB-9E38-96EE36F5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43100"/>
            <a:ext cx="1905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30261B"/>
          </a:solidFill>
          <a:ln xmlns:a="http://schemas.openxmlformats.org/drawingml/2006/main" w="9525">
            <a:solidFill>
              <a:srgbClr val="FFB84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48A5A3-D269-488E-BA24-F5A93B6E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4790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Page Draw Build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DFF6C7-4514-47A0-9322-752F21FC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43100"/>
            <a:ext cx="1905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B84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A07E3A-6E82-4299-8799-DA4F6513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4790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GPU Render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0F3D9C-3FD3-40E9-A1C1-A1B6F080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1905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8D6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A326B-16B1-4532-B35E-27177AFB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Camera Depth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4F128E-1611-42F5-8741-E6089C47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95750"/>
            <a:ext cx="1905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8D6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CE488E-255A-4FB5-BC18-A4708643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4005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GPU Requests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37BF17-201E-4553-B13C-3C0B9115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95750"/>
            <a:ext cx="1905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8D6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4B4ED4-CF46-45D0-A4AC-D8A1157B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005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GPU Allocate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F6ECF-22F1-4543-9762-14ED0619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95750"/>
            <a:ext cx="1905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8D6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84FCE4-BABD-4795-AF84-B3A50E1B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005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GPU Render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5FF8E3-ED03-4AAA-B560-D09D2E12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90850"/>
            <a:ext cx="2667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跨 CPU / GPU 边界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59B5F-861F-4BBA-BA50-4E5C257F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38500"/>
            <a:ext cx="3905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请求列表与逐页 draw 构建随页面数增长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F24034-49E9-405D-8005-822720F3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486400"/>
            <a:ext cx="3790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关键升级：页请求不再往返 CPU</a:t>
            </a:r>
          </a:p>
        </p:txBody>
      </p:sp>
    </p:spTree>
    <p:extLst>
      <p:ext uri="{BB962C8B-B14F-4D97-AF65-F5344CB8AC3E}">
        <p14:creationId xmlns:p14="http://schemas.microsoft.com/office/powerpoint/2010/main" val="8111095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background-4">
            <a:extLst xmlns:a="http://schemas.openxmlformats.org/drawingml/2006/main">
              <a:ext uri="{FF2B5EF4-FFF2-40B4-BE49-F238E27FC236}">
                <a16:creationId xmlns:a16="http://schemas.microsoft.com/office/drawing/2014/main" id="{EE0FE378-D686-492E-AE05-9D663E6F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4">
            <a:extLst xmlns:a="http://schemas.openxmlformats.org/drawingml/2006/main">
              <a:ext uri="{FF2B5EF4-FFF2-40B4-BE49-F238E27FC236}">
                <a16:creationId xmlns:a16="http://schemas.microsoft.com/office/drawing/2014/main" id="{70BAB36C-F30F-4B29-9F8A-3661F055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4">
            <a:extLst xmlns:a="http://schemas.openxmlformats.org/drawingml/2006/main">
              <a:ext uri="{FF2B5EF4-FFF2-40B4-BE49-F238E27FC236}">
                <a16:creationId xmlns:a16="http://schemas.microsoft.com/office/drawing/2014/main" id="{66B057CD-E71E-4B47-BEDB-1441BB1A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4">
            <a:extLst xmlns:a="http://schemas.openxmlformats.org/drawingml/2006/main">
              <a:ext uri="{FF2B5EF4-FFF2-40B4-BE49-F238E27FC236}">
                <a16:creationId xmlns:a16="http://schemas.microsoft.com/office/drawing/2014/main" id="{A887D98F-EC4E-451F-BB13-3926539C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16K 只是逻辑空间，真正驻留的是有限物理页</a:t>
            </a:r>
          </a:p>
        </p:txBody>
      </p:sp>
      <p:cxnSp>
        <p:nvCxnSpPr>
          <p:cNvPr id="103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4">
            <a:extLst xmlns:a="http://schemas.openxmlformats.org/drawingml/2006/main">
              <a:ext uri="{FF2B5EF4-FFF2-40B4-BE49-F238E27FC236}">
                <a16:creationId xmlns:a16="http://schemas.microsoft.com/office/drawing/2014/main" id="{F6C51EAA-5D5C-40BA-976B-0CDA2D5B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VirtualShadowTypes.h:13–23</a:t>
            </a:r>
          </a:p>
        </p:txBody>
      </p:sp>
      <p:sp>
        <p:nvSpPr>
          <p:cNvPr id="7" name="page-4">
            <a:extLst xmlns:a="http://schemas.openxmlformats.org/drawingml/2006/main">
              <a:ext uri="{FF2B5EF4-FFF2-40B4-BE49-F238E27FC236}">
                <a16:creationId xmlns:a16="http://schemas.microsoft.com/office/drawing/2014/main" id="{6CCB7A88-4818-4675-827D-4066A850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14E8C2-94BC-4E46-A905-155ABBC0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905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LOGICAL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6CEAD5-7A21-4978-8DB2-DDF1256B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352550"/>
            <a:ext cx="1905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PHYSICAL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C225C-0CE9-439C-8AA4-30A76E56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16K × 16K / level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BD6163-323C-475B-8E8A-A9F92184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5735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≤ 2,048 resident pages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7DFE7-0B52-4ADA-AC75-6EA03576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3528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A7877-6FC1-42B6-9172-DB701B36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4EA0C7-BFC4-4556-965D-23A6526D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33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3DDA56-AD0B-45AD-8CEE-16222429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33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2E5EA1-4C12-474D-AA2B-5BC82AEF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33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E770F6-F065-462E-B16A-28C7F30C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133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3867EF-9BCB-48F8-BBDD-879137F5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133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5A4EAC-E6AC-4279-B4F4-842B07AC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133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4DD06-8AE1-4DDD-85D5-5024448E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133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5DB0F3-56CD-4A6B-BDE9-0E5F174F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F62967-A962-4C6E-9059-A2C050FE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14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64052A-CFC1-4097-ACB5-1E304874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514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2535B7-B131-478F-881F-113D89C3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514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6D1B85-1524-40C9-8FD8-FC573E6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14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A0AC5D-2040-4B8A-A6DA-C22AC0BB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514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8E3246-83DE-472E-A4DB-3A9466E2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14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110785-25D7-4ECF-B378-404898E2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14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57C052-AA6B-407C-9556-2AC2B13D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0F5B2-64BF-4EB3-A79A-1B1B6F16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95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BB312C-3807-4840-8E4A-03A15BBA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95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2DAE51-673D-4C3E-99BE-56E5731A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95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EEA229-A1AE-45DD-A833-484ABED5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895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8DB3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E176C2-0954-491E-A559-36C21844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895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F6507F-8426-436F-893C-ADD596D3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95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E67B3E-AFAA-47A0-B098-65BC9467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95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D92D31-97A3-4AAB-ADDF-DA36A61F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23E7F7E-3CE0-44BA-A26E-7D8840A0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76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0AD95B-B040-4060-BB44-8E45B07F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76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8702C5-C57F-4781-867F-5BBEEB3D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276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D2E873-FBCB-449C-AE3B-749481F7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8DB3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DCD9F9-17BB-4103-A97B-D065DB41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276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8DB3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817646F-7EAB-482C-B3B0-BF9795AC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276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76A604-AE71-4F5D-BBBA-DE3136C2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FCE92F-A098-4188-9551-562B7C66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3EABB6-2846-4652-92AA-248A5921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57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948707-E6B6-4D83-9167-10D9287D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57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338A7F-0439-4358-99C3-778D8F65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657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80C2C1-8E9F-44BF-8749-6EA142A3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57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D70FD88-2A3D-4164-847F-8B9391BD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57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F7A4FB5-59FA-47A7-8A68-43FAB08E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57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A11A5A-EFD7-45EB-B525-6C2B0D5A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57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F72889-8C62-4B18-9FE0-E0A781BC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262EF8-3981-46CD-9B6C-9B782E44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38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241C82D-A6CF-48D4-A665-2AD22B99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38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8DB3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D46F51-2023-4972-88D4-57DD9B57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38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8F3779-C47A-4AA8-963A-BA9E1B54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038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A2FEAE0-791F-49D5-8850-DF3C0AA0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5D0667-CEA0-4374-BA86-0BB13BE9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38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B0F107B-7D75-4EEC-8D0F-B8233664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38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5863487-034D-423E-91FF-29601D99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9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B43A5B4-B9B3-4F4F-9F8A-5E81D30D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19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59339A-A9FD-48F6-880F-AC36EA24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19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D061E72-7A2D-4547-A743-5E5FB21D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19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A24DC85-BD4A-45A2-BF2D-E0007F0D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19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0F72DFD-DBA9-4CDA-B5DB-E68BBF69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19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88D872A-0F2D-4984-B8F5-465AE02C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419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010B840-09EC-4B69-BACA-BA8CB70E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419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D10FEE9-C406-4006-85AD-AE4EA8F4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B2EDDE6-8C37-4066-B11F-AF3E4318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1A0B35F-E58D-4ED1-962A-A27FE227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800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B21F5B8-BB51-4A6F-8B39-5EC58709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800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2094152-6B3B-450D-B264-4CA5EB72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00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089DA63-425A-4D9C-B84D-FB4E7A64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800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61871A8-E303-45CA-A2A6-D085EA23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00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9684268-E61A-48B2-AF66-48062437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00600"/>
            <a:ext cx="3429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482D56E-7DCA-4486-BACB-3B9AD4F6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128 × 128 logical pages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BD85DE4-BA26-4A8D-85CE-FC83C6CA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3360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CE84DF3-4CAD-4F06-A943-A00F52F9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3360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5FE39A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78BD358-9A7E-41B7-9F80-CD31A78D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3360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1B3A57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8C9E829-130B-4F2A-9624-0AD6A0F0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3360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0E8DB3"/>
          </a:solidFill>
          <a:ln xmlns:a="http://schemas.openxmlformats.org/drawingml/2006/main" w="9525">
            <a:solidFill>
              <a:srgbClr val="0E8DB3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61E6895-DF39-4048-B7A0-3CB1A8AD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7655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B84D"/>
          </a:solidFill>
          <a:ln xmlns:a="http://schemas.openxmlformats.org/drawingml/2006/main" w="9525">
            <a:solidFill>
              <a:srgbClr val="FFB84D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8E10A7C-0142-4256-9D9A-8B28CA0F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7655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B12E9F1-B618-4AE4-8561-077361FB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7655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5FE39A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56EB0B4-D012-4CE7-A4E9-52E95F94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7655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1B3A57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08FF427-2286-4DB4-A64A-FDABE332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0E8DB3"/>
          </a:solidFill>
          <a:ln xmlns:a="http://schemas.openxmlformats.org/drawingml/2006/main" w="9525">
            <a:solidFill>
              <a:srgbClr val="0E8DB3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2F6E33B-F741-4836-880A-53F514F4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1950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B84D"/>
          </a:solidFill>
          <a:ln xmlns:a="http://schemas.openxmlformats.org/drawingml/2006/main" w="9525">
            <a:solidFill>
              <a:srgbClr val="FFB8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9813A7D-6930-43DE-8334-D99909E6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61950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FC6BCA2-8671-4A37-A397-474AE28B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1950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5FE39A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21E4324-A897-4592-9530-C7CEFFE2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6245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1B3A57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3BC7050-EFE4-4016-AC02-AABE66F3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6245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0E8DB3"/>
          </a:solidFill>
          <a:ln xmlns:a="http://schemas.openxmlformats.org/drawingml/2006/main" w="9525">
            <a:solidFill>
              <a:srgbClr val="0E8DB3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2EB062F-DE51-4AE2-BA09-D74A4483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6245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B84D"/>
          </a:solidFill>
          <a:ln xmlns:a="http://schemas.openxmlformats.org/drawingml/2006/main" w="9525">
            <a:solidFill>
              <a:srgbClr val="FFB84D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7612235-001D-470E-8EE5-BCA57CB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362450"/>
            <a:ext cx="676275" cy="676275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8DCB6A5-567B-4571-89F2-E18DCE6D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3911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Atlas 只承载当前驻留页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4051E9B-F76E-4CA3-A098-F4A3E95B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43150"/>
            <a:ext cx="1143000" cy="19621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150CD22-373A-473F-B1E0-EE69FCEF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0985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映射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0B62EF6-EEB7-4E03-A9FF-98A8B4C6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48000"/>
            <a:ext cx="1143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Dense
Page Table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0F2D1F8-FAD2-4ED4-AC88-0E6235E5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10000"/>
            <a:ext cx="114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 = missing
n+1 = page</a:t>
            </a:r>
          </a:p>
        </p:txBody>
      </p:sp>
    </p:spTree>
    <p:extLst>
      <p:ext uri="{BB962C8B-B14F-4D97-AF65-F5344CB8AC3E}">
        <p14:creationId xmlns:p14="http://schemas.microsoft.com/office/powerpoint/2010/main" val="8888303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background-5">
            <a:extLst xmlns:a="http://schemas.openxmlformats.org/drawingml/2006/main">
              <a:ext uri="{FF2B5EF4-FFF2-40B4-BE49-F238E27FC236}">
                <a16:creationId xmlns:a16="http://schemas.microsoft.com/office/drawing/2014/main" id="{1F15D28C-554B-4DD9-B429-ABE712E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5">
            <a:extLst xmlns:a="http://schemas.openxmlformats.org/drawingml/2006/main">
              <a:ext uri="{FF2B5EF4-FFF2-40B4-BE49-F238E27FC236}">
                <a16:creationId xmlns:a16="http://schemas.microsoft.com/office/drawing/2014/main" id="{B167E766-A1CE-4038-AAEF-585900CF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5">
            <a:extLst xmlns:a="http://schemas.openxmlformats.org/drawingml/2006/main">
              <a:ext uri="{FF2B5EF4-FFF2-40B4-BE49-F238E27FC236}">
                <a16:creationId xmlns:a16="http://schemas.microsoft.com/office/drawing/2014/main" id="{58647F64-8A05-497E-866D-86F1ECF3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5">
            <a:extLst xmlns:a="http://schemas.openxmlformats.org/drawingml/2006/main">
              <a:ext uri="{FF2B5EF4-FFF2-40B4-BE49-F238E27FC236}">
                <a16:creationId xmlns:a16="http://schemas.microsoft.com/office/drawing/2014/main" id="{90E6BEB0-2C9F-49EC-9866-70C007A4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四级 Clipmap 先保证覆盖，再把预算投向细节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5">
            <a:extLst xmlns:a="http://schemas.openxmlformats.org/drawingml/2006/main">
              <a:ext uri="{FF2B5EF4-FFF2-40B4-BE49-F238E27FC236}">
                <a16:creationId xmlns:a16="http://schemas.microsoft.com/office/drawing/2014/main" id="{02D639A6-CB58-4412-950D-080BB889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VirtualShadowClipmap.cpp:41–55 · GpuVirtualShadowRenderPass.cpp:444–473</a:t>
            </a:r>
          </a:p>
        </p:txBody>
      </p:sp>
      <p:sp>
        <p:nvSpPr>
          <p:cNvPr id="7" name="page-5">
            <a:extLst xmlns:a="http://schemas.openxmlformats.org/drawingml/2006/main">
              <a:ext uri="{FF2B5EF4-FFF2-40B4-BE49-F238E27FC236}">
                <a16:creationId xmlns:a16="http://schemas.microsoft.com/office/drawing/2014/main" id="{44EBEA6A-15D6-451F-B825-ADD20E65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CCE86-500E-4EBA-8D84-6698A13C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相机周围的四级覆盖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49EAC-AEAD-488F-BDE3-A7460B50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525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分配顺序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3C111-4A12-4B56-B44B-44D31CEB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114800"/>
            <a:ext cx="8191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7A3D47-DED3-4188-93A6-3AD56E05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1930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29415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30D33B-151D-471B-B989-283DE349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724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L3 · 最粗 · 先处理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6A1688-C6A8-42EE-80A3-CC0B70E5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81250"/>
            <a:ext cx="4000500" cy="2419350"/>
          </a:xfrm>
          <a:prstGeom xmlns:a="http://schemas.openxmlformats.org/drawingml/2006/main" prst="roundRect">
            <a:avLst>
              <a:gd name="adj" fmla="val 3150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1D52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3CA76-917F-4A05-A09B-0AA35E89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76500"/>
            <a:ext cx="3771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L2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4C2176-B9F0-45F0-AC8C-5EADAB0E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78130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137A9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0392E-1D28-4B59-8FE8-B5B9A006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76550"/>
            <a:ext cx="2628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L1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CECA76-F73C-4326-B5B7-9B931539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6764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23A4D"/>
          </a:solidFill>
          <a:ln xmlns:a="http://schemas.openxmlformats.org/drawingml/2006/main" w="28575">
            <a:solidFill>
              <a:srgbClr val="38D6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3FED91-8712-45EC-85A6-240150F3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238500"/>
            <a:ext cx="1447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L0 · 最细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A0474D-2D74-476B-B86A-5200E6A5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003EC2-B9E0-4FC2-B3DB-608BFCDC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790950"/>
            <a:ext cx="914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CAM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5012EE-F9BB-4089-97A2-F4945AB0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43100"/>
            <a:ext cx="342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057D01-7B7E-4DBB-956C-8509D685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95500"/>
            <a:ext cx="666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L3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B625C3-C717-456C-9325-154F49E1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先保覆盖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E5AF3F-EE32-4B4B-9A27-DFE7D823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342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0E8DB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C35306-14C6-4296-AF83-148782CF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90850"/>
            <a:ext cx="666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8DB3"/>
                </a:solidFill>
                <a:latin typeface="Microsoft YaHei"/>
                <a:ea typeface="Microsoft YaHei"/>
                <a:cs typeface="Microsoft YaHei"/>
              </a:defRPr>
            </a:pPr>
            <a:r>
              <a:t>L2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F28BBA-FBAF-43EF-A640-5F585D11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9085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再增细节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4DCBE7-FE17-4FB4-8343-30A257ED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33800"/>
            <a:ext cx="342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137A9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CF1CDD-6EE1-4A47-9324-B08EA85C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666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7A9C"/>
                </a:solidFill>
                <a:latin typeface="Microsoft YaHei"/>
                <a:ea typeface="Microsoft YaHei"/>
                <a:cs typeface="Microsoft YaHei"/>
              </a:defRPr>
            </a:pPr>
            <a:r>
              <a:t>L1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A86C99-AC60-4351-8762-31CEC222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8620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继续细化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2DF81B-B5C1-4812-956B-00C80178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29150"/>
            <a:ext cx="342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A55612-1A6D-4134-92F6-CFF6EC98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81550"/>
            <a:ext cx="666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L0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8C9A45-D630-4151-BC86-36E571EF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8155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剩余预算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359EC2-4C2B-4240-A3B2-E43A9AD0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6388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coarse → fine</a:t>
            </a:r>
          </a:p>
        </p:txBody>
      </p:sp>
    </p:spTree>
    <p:extLst>
      <p:ext uri="{BB962C8B-B14F-4D97-AF65-F5344CB8AC3E}">
        <p14:creationId xmlns:p14="http://schemas.microsoft.com/office/powerpoint/2010/main" val="14193865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background-6">
            <a:extLst xmlns:a="http://schemas.openxmlformats.org/drawingml/2006/main">
              <a:ext uri="{FF2B5EF4-FFF2-40B4-BE49-F238E27FC236}">
                <a16:creationId xmlns:a16="http://schemas.microsoft.com/office/drawing/2014/main" id="{142B2F7A-0F65-4B48-A04A-491FD616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6">
            <a:extLst xmlns:a="http://schemas.openxmlformats.org/drawingml/2006/main">
              <a:ext uri="{FF2B5EF4-FFF2-40B4-BE49-F238E27FC236}">
                <a16:creationId xmlns:a16="http://schemas.microsoft.com/office/drawing/2014/main" id="{644EE1F0-89BD-44B9-A855-06F00D7B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6">
            <a:extLst xmlns:a="http://schemas.openxmlformats.org/drawingml/2006/main">
              <a:ext uri="{FF2B5EF4-FFF2-40B4-BE49-F238E27FC236}">
                <a16:creationId xmlns:a16="http://schemas.microsoft.com/office/drawing/2014/main" id="{61A985D6-AF10-47F6-850F-4E6EB530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6">
            <a:extLst xmlns:a="http://schemas.openxmlformats.org/drawingml/2006/main">
              <a:ext uri="{FF2B5EF4-FFF2-40B4-BE49-F238E27FC236}">
                <a16:creationId xmlns:a16="http://schemas.microsoft.com/office/drawing/2014/main" id="{8397B5C4-CA58-4F9E-A7E7-9C38211D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当前切片聚焦一条可验证的 Windows 纵向路径</a:t>
            </a:r>
          </a:p>
        </p:txBody>
      </p:sp>
      <p:cxnSp>
        <p:nvCxnSpPr>
          <p:cNvPr id="47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6">
            <a:extLst xmlns:a="http://schemas.openxmlformats.org/drawingml/2006/main">
              <a:ext uri="{FF2B5EF4-FFF2-40B4-BE49-F238E27FC236}">
                <a16:creationId xmlns:a16="http://schemas.microsoft.com/office/drawing/2014/main" id="{734D382E-4C7D-4C8D-8AD0-82E6BE10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 Driven VSM Design:22–81 · BaseRenderer.cpp:210–218</a:t>
            </a:r>
          </a:p>
        </p:txBody>
      </p:sp>
      <p:sp>
        <p:nvSpPr>
          <p:cNvPr id="7" name="page-6">
            <a:extLst xmlns:a="http://schemas.openxmlformats.org/drawingml/2006/main">
              <a:ext uri="{FF2B5EF4-FFF2-40B4-BE49-F238E27FC236}">
                <a16:creationId xmlns:a16="http://schemas.microsoft.com/office/drawing/2014/main" id="{C11C1CAE-CC9A-4FB4-A38C-9B85EB6C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2B9101-5A8B-4C3D-9C11-3A17D588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09700"/>
            <a:ext cx="228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已实现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CDCD28-D566-42A8-B7DF-D3E5249C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409700"/>
            <a:ext cx="228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兼容路径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0732B4-A00B-4F3A-92C0-23DE323E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09700"/>
            <a:ext cx="228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当前不包含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535FAB-AD02-4366-BE6B-D13BDD6E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3048000" cy="35052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B2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575C4-D710-46BD-9B86-8DECEC4A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47850"/>
            <a:ext cx="3048000" cy="35052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0261B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D45C3C-EA48-4F23-B673-F4175195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47850"/>
            <a:ext cx="3048000" cy="35052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FEFD6-F502-4175-B297-B3150DED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solidFill>
              <a:srgbClr val="5FE39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3368A1-58D5-49D1-AD4D-93D2F0C6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7170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单方向光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3BF24B-80B3-4CC3-9EA5-A7E676A9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00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solidFill>
              <a:srgbClr val="5FE39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647EE3-65BA-4126-949F-138C9ADF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2415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4 级 Clipmap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FF13A1-05F3-4263-BA2A-587F5364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52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solidFill>
              <a:srgbClr val="5FE39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8B773F-558C-4876-BED5-38EB8E36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7660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Opaque rigid mesh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BC8435-4316-49CD-AAC4-9B21EF21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solidFill>
              <a:srgbClr val="5FE3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072A2A-5D0E-4C21-B362-BEE91C75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2905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D3D11 / D3D12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0496FB-848D-403A-A879-531F935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solidFill>
              <a:srgbClr val="5FE39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E897CB-4CD4-4082-B299-7E41EC47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同帧 GPU 分配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6E0249-9DB0-4C75-B585-E177E865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247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solidFill>
              <a:srgbClr val="FFB84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9FDD73-3E01-412C-BB0F-40D647C1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71700"/>
            <a:ext cx="21526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CPU VSM fallback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445022-149B-4402-AD1D-0FB8AECF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76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solidFill>
              <a:srgbClr val="FFB84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E1A01E-925E-4618-98E1-A54C8A03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00350"/>
            <a:ext cx="21526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Metal 当前走 CPU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CB0738-0E4D-4008-B9B1-813AC919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505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solidFill>
              <a:srgbClr val="FFB8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C6693E-6E88-430A-A6B8-A9BE1A04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29000"/>
            <a:ext cx="21526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创建失败不中断场景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C3308C-62A7-43A3-A3FB-FA894509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solidFill>
              <a:srgbClr val="FFB84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E1E7E8-2537-4D95-B3AB-F274B654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057650"/>
            <a:ext cx="21526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缺页使用粗级兜底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3728A3-5076-4EA2-8745-B8A9763F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47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7487"/>
          </a:solidFill>
          <a:ln xmlns:a="http://schemas.openxmlformats.org/drawingml/2006/main" w="0">
            <a:solidFill>
              <a:srgbClr val="5F748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A43806-9F58-43EF-A371-C177F890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7170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点光 / 聚光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560E89-67BF-4FAE-BDB9-AECB96CF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7487"/>
          </a:solidFill>
          <a:ln xmlns:a="http://schemas.openxmlformats.org/drawingml/2006/main" w="0">
            <a:solidFill>
              <a:srgbClr val="5F748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588A75-5481-41B5-874E-3A9F6E8C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2415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Sparse Texture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E14CA7-6B70-4278-A568-4C403E49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52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7487"/>
          </a:solidFill>
          <a:ln xmlns:a="http://schemas.openxmlformats.org/drawingml/2006/main" w="0">
            <a:solidFill>
              <a:srgbClr val="5F748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F2587A-D28C-405C-BDA3-50747452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7660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Async Compute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12B5D6-4B0B-4733-9EC3-1929DD97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7487"/>
          </a:solidFill>
          <a:ln xmlns:a="http://schemas.openxmlformats.org/drawingml/2006/main" w="0">
            <a:solidFill>
              <a:srgbClr val="5F748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5C1C70-F2C9-426B-A978-397A6220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Mesh Shader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312044-1CFA-4E56-96F1-71AA2849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7487"/>
          </a:solidFill>
          <a:ln xmlns:a="http://schemas.openxmlformats.org/drawingml/2006/main" w="0">
            <a:solidFill>
              <a:srgbClr val="5F748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EE3E71-21BA-4CAE-A6EE-7B3D9BAC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381500"/>
            <a:ext cx="2152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GPU Scene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2C2F20-985B-40FD-8AF1-3DAA8A85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76900"/>
            <a:ext cx="1051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这是一条 correctness-first 的 Windows 纵向切片</a:t>
            </a:r>
          </a:p>
        </p:txBody>
      </p:sp>
    </p:spTree>
    <p:extLst>
      <p:ext uri="{BB962C8B-B14F-4D97-AF65-F5344CB8AC3E}">
        <p14:creationId xmlns:p14="http://schemas.microsoft.com/office/powerpoint/2010/main" val="18534139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background-7">
            <a:extLst xmlns:a="http://schemas.openxmlformats.org/drawingml/2006/main">
              <a:ext uri="{FF2B5EF4-FFF2-40B4-BE49-F238E27FC236}">
                <a16:creationId xmlns:a16="http://schemas.microsoft.com/office/drawing/2014/main" id="{D83C9A1A-D0A5-4F3A-9BA2-A7BDEEBC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7">
            <a:extLst xmlns:a="http://schemas.openxmlformats.org/drawingml/2006/main">
              <a:ext uri="{FF2B5EF4-FFF2-40B4-BE49-F238E27FC236}">
                <a16:creationId xmlns:a16="http://schemas.microsoft.com/office/drawing/2014/main" id="{8B2A02D7-8F59-479F-B0F4-9E4B2A41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7">
            <a:extLst xmlns:a="http://schemas.openxmlformats.org/drawingml/2006/main">
              <a:ext uri="{FF2B5EF4-FFF2-40B4-BE49-F238E27FC236}">
                <a16:creationId xmlns:a16="http://schemas.microsoft.com/office/drawing/2014/main" id="{B4C7D6E7-A5FD-48B5-99C8-72E3A2F7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7">
            <a:extLst xmlns:a="http://schemas.openxmlformats.org/drawingml/2006/main">
              <a:ext uri="{FF2B5EF4-FFF2-40B4-BE49-F238E27FC236}">
                <a16:creationId xmlns:a16="http://schemas.microsoft.com/office/drawing/2014/main" id="{1D631452-633E-4C48-9AD6-32F889A5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每个 Render View 都有独立 GPU 页缓存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7">
            <a:extLst xmlns:a="http://schemas.openxmlformats.org/drawingml/2006/main">
              <a:ext uri="{FF2B5EF4-FFF2-40B4-BE49-F238E27FC236}">
                <a16:creationId xmlns:a16="http://schemas.microsoft.com/office/drawing/2014/main" id="{FA776831-5446-4A01-A82B-46F294AF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VirtualShadowViewCache.cpp:505–545 · RenderViewState.h</a:t>
            </a:r>
          </a:p>
        </p:txBody>
      </p:sp>
      <p:sp>
        <p:nvSpPr>
          <p:cNvPr id="7" name="page-7">
            <a:extLst xmlns:a="http://schemas.openxmlformats.org/drawingml/2006/main">
              <a:ext uri="{FF2B5EF4-FFF2-40B4-BE49-F238E27FC236}">
                <a16:creationId xmlns:a16="http://schemas.microsoft.com/office/drawing/2014/main" id="{6D7B4BD3-729C-4863-8E4F-31A6BCB9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E57BC-7B84-4EEC-80D2-3CE56E39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6210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Scene 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40227-A2D9-494B-A9D3-BC68C9EC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56210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Game 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9AE9B-7443-4A92-8446-393A3AEB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05150"/>
            <a:ext cx="6858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DAB31-1F09-476A-A0ED-E130AFEF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05150"/>
            <a:ext cx="6858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99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5E6749-8AB0-4393-84B3-E9267923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28575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BE6AC-ABB2-4391-9AD5-96B5DCE6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8575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8FFE72-6EEB-411C-B829-C0E1FF4D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28800"/>
            <a:ext cx="39243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9EAD48-D225-4961-B758-654CEE5E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76450"/>
            <a:ext cx="3924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VirtualShadowViewCache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960A5D-94D9-4FC3-9C11-52DA6159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3429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共享实现代码
Shader · Pipeline · RenderGraph</a:t>
            </a:r>
          </a:p>
        </p:txBody>
      </p:sp>
      <p:cxnSp>
        <p:nvCxnSpPr>
          <p:cNvPr id="57" name=""/>
          <p:cNvCxnSpPr/>
          <p:nvPr/>
        </p:nvCxnSpPr>
        <p:spPr>
          <a:xfrm xmlns:a="http://schemas.openxmlformats.org/drawingml/2006/main">
            <a:off x="4724400" y="3562350"/>
            <a:ext cx="26670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25C162-7E22-40AD-B90E-CEA55A1D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不共享可变状态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0579D8-B4F6-4E11-BDC5-8DE59203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mapping · age · dirty · atlas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DBEAE-A257-474E-8F34-1680E2E3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829A4D-C953-4EDC-A49D-6C5C6BB3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336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Page Marks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10B265-A314-4A47-9C42-BFB5BC9C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5B4502-D1E0-4756-B0F3-AD850D1D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336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Page Marks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EE8B0D-2A6A-49BC-BDA0-CB6EAF21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58C45B-5788-4FAD-98C3-D687AA0E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908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Request List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E077F2-ADBA-4C02-A2ED-6EE41504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241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BC1E6A-C675-4075-A560-31C69715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908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Request List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7A1EEB-CB84-4284-BDC3-55BA46EC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813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8F4DBC-B40A-4A0F-B6CF-34467BC5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480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Dense Table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9B2482-588F-4225-AD77-67482554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813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6AD815-87F1-4600-B2A7-BE08BB57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480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Dense Table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E82AEB-D301-4173-9D56-EAE62754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ACD4AC-634C-4563-8DBB-37934C41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052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Physical Meta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0D9728-7BD3-4527-B1F7-7B1B2C13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79000F-9BFF-40E7-B1A3-F916023B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052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Physical Meta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A3DB9D-8EC5-4495-A0DC-1381BB97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957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A3340"/>
          </a:solidFill>
          <a:ln xmlns:a="http://schemas.openxmlformats.org/drawingml/2006/main" w="9525">
            <a:solidFill>
              <a:srgbClr val="38D6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4224C3-E16D-4CD4-BD5E-AF68EFDC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624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 Atlas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34C3D8-9F39-4335-93A8-A03F5DFE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3622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41E3F"/>
          </a:solidFill>
          <a:ln xmlns:a="http://schemas.openxmlformats.org/drawingml/2006/main" w="9525">
            <a:solidFill>
              <a:srgbClr val="A993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4F6E81-A61D-45E3-A8E6-4D8E6F0F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62425"/>
            <a:ext cx="2171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 Atlas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50009AB-AE5C-434F-AA12-47A45156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05450"/>
            <a:ext cx="9067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相机移动不会污染另一个视图的缓存</a:t>
            </a:r>
          </a:p>
        </p:txBody>
      </p:sp>
    </p:spTree>
    <p:extLst>
      <p:ext uri="{BB962C8B-B14F-4D97-AF65-F5344CB8AC3E}">
        <p14:creationId xmlns:p14="http://schemas.microsoft.com/office/powerpoint/2010/main" val="11084564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background-8">
            <a:extLst xmlns:a="http://schemas.openxmlformats.org/drawingml/2006/main">
              <a:ext uri="{FF2B5EF4-FFF2-40B4-BE49-F238E27FC236}">
                <a16:creationId xmlns:a16="http://schemas.microsoft.com/office/drawing/2014/main" id="{C629B027-81BD-4E50-B1E6-96AC9C3A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8">
            <a:extLst xmlns:a="http://schemas.openxmlformats.org/drawingml/2006/main">
              <a:ext uri="{FF2B5EF4-FFF2-40B4-BE49-F238E27FC236}">
                <a16:creationId xmlns:a16="http://schemas.microsoft.com/office/drawing/2014/main" id="{D2A27DC0-8FC1-46D3-A675-77ADFC96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8">
            <a:extLst xmlns:a="http://schemas.openxmlformats.org/drawingml/2006/main">
              <a:ext uri="{FF2B5EF4-FFF2-40B4-BE49-F238E27FC236}">
                <a16:creationId xmlns:a16="http://schemas.microsoft.com/office/drawing/2014/main" id="{52C14C7E-1F1C-49B6-8C8D-6CBE7CD9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A41A5445-E2E0-407A-9C63-1361BF41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RenderGraph 把 14 个节点串成显式依赖链</a:t>
            </a:r>
          </a:p>
        </p:txBody>
      </p:sp>
      <p:cxnSp>
        <p:nvCxnSpPr>
          <p:cNvPr id="62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8">
            <a:extLst xmlns:a="http://schemas.openxmlformats.org/drawingml/2006/main">
              <a:ext uri="{FF2B5EF4-FFF2-40B4-BE49-F238E27FC236}">
                <a16:creationId xmlns:a16="http://schemas.microsoft.com/office/drawing/2014/main" id="{834C3DC5-C85B-4A54-BD7D-BF5CBF06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GpuVirtualShadowRenderPass.cpp:386–500</a:t>
            </a:r>
          </a:p>
        </p:txBody>
      </p:sp>
      <p:sp>
        <p:nvSpPr>
          <p:cNvPr id="7" name="page-8">
            <a:extLst xmlns:a="http://schemas.openxmlformats.org/drawingml/2006/main">
              <a:ext uri="{FF2B5EF4-FFF2-40B4-BE49-F238E27FC236}">
                <a16:creationId xmlns:a16="http://schemas.microsoft.com/office/drawing/2014/main" id="{96F9253C-3BC7-41FB-BAA4-ACEE81F5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6B6B60-737B-4CEE-B631-0DA22FFB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33500"/>
            <a:ext cx="10287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93FF"/>
          </a:solidFill>
          <a:ln xmlns:a="http://schemas.openxmlformats.org/drawingml/2006/main" w="0">
            <a:solidFill>
              <a:srgbClr val="A993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6447B-91D3-40DF-94DF-A69E0A0B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62075"/>
            <a:ext cx="1028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RASTER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17B146-4F1F-497A-9B4D-7A29895D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333500"/>
            <a:ext cx="1123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63C892-E2F6-4A31-8936-3309D610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362075"/>
            <a:ext cx="11239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COMPUTE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E2F489-D96B-4F4C-8F14-B106DB73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362075"/>
            <a:ext cx="7620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每一条边都来自 FrameGraph 的 buffer / texture 读写依赖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6E9FFB-83E7-40B9-AD58-6EE57222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4574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38AEF3-090C-41DB-9DCD-5B644478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574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3D09C2-3585-4580-95EF-DC6E3328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574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1F8365-4BFC-47C6-980B-E5A02B58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E749B-8FF6-4FB7-9E63-0ED7462F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574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F429AB-EB74-4F8B-82C1-C14F826C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4574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071CBE-E179-48C6-AD3B-0F6F056C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646764-27FC-4572-87DB-7D7A29B4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03AEAE-F91F-4806-8DAD-78F5161B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3360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F6C524-11D9-497F-A7E5-1DE35CE0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6220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4E00F9-C454-4845-86BB-ACF59239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3360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B61C1F-AAAF-41C3-83E5-499222D4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36220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2A1E4D-DF2D-445F-B36B-24DA5D63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3360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638893-A35D-499D-B82B-88F0AA7F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6220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879A3F-0291-4C2C-8857-9AA487F9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3360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3403A2-EED1-4BF3-9773-E87E1869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 L3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5FACE4-9D77-417B-98F0-7D9EBBC0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3360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9AA42B-06A7-4283-AB0D-7B13C279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6220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 L3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A721D2-0EDE-486E-8660-4AD77386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13360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D2654E-73CF-4BFE-B8D7-31D71A7F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36220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 L2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6E1FD1-2A60-4603-816A-0A8FB1F1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0A9080-84B4-426E-8E70-C129D3B7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191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7C21E1-4D83-4837-9318-97CA76CD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91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65D048-9E51-4234-BB21-CC5C5155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91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97E246-9748-4E9B-ACCC-A3F14648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91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9771D4-F549-4C5D-BF0F-BAEFC230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191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91650C-844B-4AC3-B21C-2E478A28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B4D562-89D8-47AF-AFBF-4776A6DE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 L2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4C75B6-0BEB-4B09-8A29-9709DC02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6715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1E4607-2F72-4A40-9181-85BBE412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09575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 L1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297089-1E42-4BA9-A55B-BCD5B08B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6715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B78BB0-DF9C-4595-8D21-92D0BEEF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09575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 L1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19F83F-554E-47B9-BD38-647BEF9D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6715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03A522A-CF8E-4703-AABF-D76C419A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9575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 L0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C96CD9-8A6B-4E3B-87E3-269740DD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6715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CC90A3C-FB72-4979-894E-937D1772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09575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 L0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A5C82A-8901-413B-9C8D-C853F458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6715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BEDFA3-5D13-40CD-BFBF-76A1431D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9575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 Pages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A050C49-DAF0-4838-A046-3939F462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867150"/>
            <a:ext cx="1333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C60FC3-3A2F-4BF8-B7CE-ED2BC49A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095750"/>
            <a:ext cx="118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Finalize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52EC62-6575-4C62-A7D4-B8B31FFC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952750"/>
            <a:ext cx="266700" cy="762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17392EA-CB8A-4502-A884-EB3E3B91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18160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coarse → fine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84D35FD-F8E0-404D-9B9B-A5E1A35B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486400"/>
            <a:ext cx="61341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091521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FCAD965-BF25-49B5-A25F-F109F711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562600"/>
            <a:ext cx="5791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RENDERGRAPH SCHEDULING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2CD8500-64F8-4BBF-B7CA-90510649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753100"/>
            <a:ext cx="57912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7D6E2"/>
                </a:solidFill>
                <a:latin typeface="Cascadia Mono"/>
                <a:ea typeface="Cascadia Mono"/>
                <a:cs typeface="Cascadia Mono"/>
              </a:defRPr>
            </a:pPr>
            <a:r>
              <a:t>AddRasterPass("VirtualShadowReceiverDepth")
AddComputePass("VirtualShadowMarkPages")
for (level = 3; level &gt;= 0; --level) { Resolve; Allocate; }</a:t>
            </a:r>
          </a:p>
        </p:txBody>
      </p:sp>
    </p:spTree>
    <p:extLst>
      <p:ext uri="{BB962C8B-B14F-4D97-AF65-F5344CB8AC3E}">
        <p14:creationId xmlns:p14="http://schemas.microsoft.com/office/powerpoint/2010/main" val="12182478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background-9">
            <a:extLst xmlns:a="http://schemas.openxmlformats.org/drawingml/2006/main">
              <a:ext uri="{FF2B5EF4-FFF2-40B4-BE49-F238E27FC236}">
                <a16:creationId xmlns:a16="http://schemas.microsoft.com/office/drawing/2014/main" id="{6D999504-6C70-4363-A584-2D616E9A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9">
            <a:extLst xmlns:a="http://schemas.openxmlformats.org/drawingml/2006/main">
              <a:ext uri="{FF2B5EF4-FFF2-40B4-BE49-F238E27FC236}">
                <a16:creationId xmlns:a16="http://schemas.microsoft.com/office/drawing/2014/main" id="{C4330F1C-4CBA-4BE2-8521-42497BA9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9">
            <a:extLst xmlns:a="http://schemas.openxmlformats.org/drawingml/2006/main">
              <a:ext uri="{FF2B5EF4-FFF2-40B4-BE49-F238E27FC236}">
                <a16:creationId xmlns:a16="http://schemas.microsoft.com/office/drawing/2014/main" id="{1CFAE5D3-3DBD-4851-B684-FBA36DD3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9">
            <a:extLst xmlns:a="http://schemas.openxmlformats.org/drawingml/2006/main">
              <a:ext uri="{FF2B5EF4-FFF2-40B4-BE49-F238E27FC236}">
                <a16:creationId xmlns:a16="http://schemas.microsoft.com/office/drawing/2014/main" id="{7CB6BA77-5A8F-4E69-99D4-1FAF1F69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Receiver Depth 是页请求的唯一几何输入</a:t>
            </a:r>
          </a:p>
        </p:txBody>
      </p:sp>
      <p:cxnSp>
        <p:nvCxnSpPr>
          <p:cNvPr id="98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9">
            <a:extLst xmlns:a="http://schemas.openxmlformats.org/drawingml/2006/main">
              <a:ext uri="{FF2B5EF4-FFF2-40B4-BE49-F238E27FC236}">
                <a16:creationId xmlns:a16="http://schemas.microsoft.com/office/drawing/2014/main" id="{9F0311A1-9F6A-41F6-B703-EF8AF3FA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GpuVirtualShadowRenderPass.cpp:394–418, 502–543</a:t>
            </a:r>
          </a:p>
        </p:txBody>
      </p:sp>
      <p:sp>
        <p:nvSpPr>
          <p:cNvPr id="7" name="page-9">
            <a:extLst xmlns:a="http://schemas.openxmlformats.org/drawingml/2006/main">
              <a:ext uri="{FF2B5EF4-FFF2-40B4-BE49-F238E27FC236}">
                <a16:creationId xmlns:a16="http://schemas.microsoft.com/office/drawing/2014/main" id="{22B36C47-6208-4980-B83D-971C582E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09</a:t>
            </a:r>
          </a:p>
        </p:txBody>
      </p:sp>
      <p:sp>
        <p:nvSpPr>
          <p:cNvPr id="8" name="stage-arrow-0-0">
            <a:extLst xmlns:a="http://schemas.openxmlformats.org/drawingml/2006/main">
              <a:ext uri="{FF2B5EF4-FFF2-40B4-BE49-F238E27FC236}">
                <a16:creationId xmlns:a16="http://schemas.microsoft.com/office/drawing/2014/main" id="{8866B3D9-B8A2-4EF6-9488-40B2A480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arrow-0-1">
            <a:extLst xmlns:a="http://schemas.openxmlformats.org/drawingml/2006/main">
              <a:ext uri="{FF2B5EF4-FFF2-40B4-BE49-F238E27FC236}">
                <a16:creationId xmlns:a16="http://schemas.microsoft.com/office/drawing/2014/main" id="{A7B925B9-4E8A-47B8-BA2A-0248016B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arrow-0-2">
            <a:extLst xmlns:a="http://schemas.openxmlformats.org/drawingml/2006/main">
              <a:ext uri="{FF2B5EF4-FFF2-40B4-BE49-F238E27FC236}">
                <a16:creationId xmlns:a16="http://schemas.microsoft.com/office/drawing/2014/main" id="{E1A40CC4-153E-44F0-9CD9-5E82EF96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arrow-0-3">
            <a:extLst xmlns:a="http://schemas.openxmlformats.org/drawingml/2006/main">
              <a:ext uri="{FF2B5EF4-FFF2-40B4-BE49-F238E27FC236}">
                <a16:creationId xmlns:a16="http://schemas.microsoft.com/office/drawing/2014/main" id="{DC25341C-859C-4F70-BB71-2D8375BD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arrow-0-4">
            <a:extLst xmlns:a="http://schemas.openxmlformats.org/drawingml/2006/main">
              <a:ext uri="{FF2B5EF4-FFF2-40B4-BE49-F238E27FC236}">
                <a16:creationId xmlns:a16="http://schemas.microsoft.com/office/drawing/2014/main" id="{F7A18C16-7B2F-4199-8264-F806EBA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arrow-0-5">
            <a:extLst xmlns:a="http://schemas.openxmlformats.org/drawingml/2006/main">
              <a:ext uri="{FF2B5EF4-FFF2-40B4-BE49-F238E27FC236}">
                <a16:creationId xmlns:a16="http://schemas.microsoft.com/office/drawing/2014/main" id="{E30E5AAB-CA98-4166-A36A-DA5C48BE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arrow-0-6">
            <a:extLst xmlns:a="http://schemas.openxmlformats.org/drawingml/2006/main">
              <a:ext uri="{FF2B5EF4-FFF2-40B4-BE49-F238E27FC236}">
                <a16:creationId xmlns:a16="http://schemas.microsoft.com/office/drawing/2014/main" id="{EBABE2CD-A943-43AA-9398-33F64983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0-0">
            <a:extLst xmlns:a="http://schemas.openxmlformats.org/drawingml/2006/main">
              <a:ext uri="{FF2B5EF4-FFF2-40B4-BE49-F238E27FC236}">
                <a16:creationId xmlns:a16="http://schemas.microsoft.com/office/drawing/2014/main" id="{78391061-8072-4213-86E7-B55E162A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16" name="stage-label-0-0">
            <a:extLst xmlns:a="http://schemas.openxmlformats.org/drawingml/2006/main">
              <a:ext uri="{FF2B5EF4-FFF2-40B4-BE49-F238E27FC236}">
                <a16:creationId xmlns:a16="http://schemas.microsoft.com/office/drawing/2014/main" id="{66C4BC82-E38D-4376-8927-1804D87C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7" name="stage-0-1">
            <a:extLst xmlns:a="http://schemas.openxmlformats.org/drawingml/2006/main">
              <a:ext uri="{FF2B5EF4-FFF2-40B4-BE49-F238E27FC236}">
                <a16:creationId xmlns:a16="http://schemas.microsoft.com/office/drawing/2014/main" id="{A65B1D06-5597-4781-A1B8-5CD593C4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8" name="stage-label-0-1">
            <a:extLst xmlns:a="http://schemas.openxmlformats.org/drawingml/2006/main">
              <a:ext uri="{FF2B5EF4-FFF2-40B4-BE49-F238E27FC236}">
                <a16:creationId xmlns:a16="http://schemas.microsoft.com/office/drawing/2014/main" id="{A53EC1AD-7F9A-4733-96BE-53D26B90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19" name="stage-0-2">
            <a:extLst xmlns:a="http://schemas.openxmlformats.org/drawingml/2006/main">
              <a:ext uri="{FF2B5EF4-FFF2-40B4-BE49-F238E27FC236}">
                <a16:creationId xmlns:a16="http://schemas.microsoft.com/office/drawing/2014/main" id="{9B514ADB-DEC0-43C8-A851-C7C4856B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0" name="stage-label-0-2">
            <a:extLst xmlns:a="http://schemas.openxmlformats.org/drawingml/2006/main">
              <a:ext uri="{FF2B5EF4-FFF2-40B4-BE49-F238E27FC236}">
                <a16:creationId xmlns:a16="http://schemas.microsoft.com/office/drawing/2014/main" id="{1A48D54D-1155-4CCD-B8FC-5441EB8E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1" name="stage-0-3">
            <a:extLst xmlns:a="http://schemas.openxmlformats.org/drawingml/2006/main">
              <a:ext uri="{FF2B5EF4-FFF2-40B4-BE49-F238E27FC236}">
                <a16:creationId xmlns:a16="http://schemas.microsoft.com/office/drawing/2014/main" id="{EAC40089-3F84-4635-AAD9-831F287C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2" name="stage-label-0-3">
            <a:extLst xmlns:a="http://schemas.openxmlformats.org/drawingml/2006/main">
              <a:ext uri="{FF2B5EF4-FFF2-40B4-BE49-F238E27FC236}">
                <a16:creationId xmlns:a16="http://schemas.microsoft.com/office/drawing/2014/main" id="{17DDEC05-6D7E-46E3-8141-301A1A99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3" name="stage-0-4">
            <a:extLst xmlns:a="http://schemas.openxmlformats.org/drawingml/2006/main">
              <a:ext uri="{FF2B5EF4-FFF2-40B4-BE49-F238E27FC236}">
                <a16:creationId xmlns:a16="http://schemas.microsoft.com/office/drawing/2014/main" id="{71FF2F3E-B0C1-44F9-81A0-4CC45189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stage-label-0-4">
            <a:extLst xmlns:a="http://schemas.openxmlformats.org/drawingml/2006/main">
              <a:ext uri="{FF2B5EF4-FFF2-40B4-BE49-F238E27FC236}">
                <a16:creationId xmlns:a16="http://schemas.microsoft.com/office/drawing/2014/main" id="{CC34288E-A230-444A-B5D0-9A17F461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</a:t>
            </a:r>
          </a:p>
        </p:txBody>
      </p:sp>
      <p:sp>
        <p:nvSpPr>
          <p:cNvPr id="25" name="stage-0-5">
            <a:extLst xmlns:a="http://schemas.openxmlformats.org/drawingml/2006/main">
              <a:ext uri="{FF2B5EF4-FFF2-40B4-BE49-F238E27FC236}">
                <a16:creationId xmlns:a16="http://schemas.microsoft.com/office/drawing/2014/main" id="{316B1CB7-66BA-43E1-966E-40A0CC8C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6" name="stage-label-0-5">
            <a:extLst xmlns:a="http://schemas.openxmlformats.org/drawingml/2006/main">
              <a:ext uri="{FF2B5EF4-FFF2-40B4-BE49-F238E27FC236}">
                <a16:creationId xmlns:a16="http://schemas.microsoft.com/office/drawing/2014/main" id="{B3155571-BA1F-42E0-8926-8EABE933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</a:t>
            </a:r>
          </a:p>
        </p:txBody>
      </p:sp>
      <p:sp>
        <p:nvSpPr>
          <p:cNvPr id="27" name="stage-0-6">
            <a:extLst xmlns:a="http://schemas.openxmlformats.org/drawingml/2006/main">
              <a:ext uri="{FF2B5EF4-FFF2-40B4-BE49-F238E27FC236}">
                <a16:creationId xmlns:a16="http://schemas.microsoft.com/office/drawing/2014/main" id="{A7486CAE-F3CC-4BD0-B3D5-4653C820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8" name="stage-label-0-6">
            <a:extLst xmlns:a="http://schemas.openxmlformats.org/drawingml/2006/main">
              <a:ext uri="{FF2B5EF4-FFF2-40B4-BE49-F238E27FC236}">
                <a16:creationId xmlns:a16="http://schemas.microsoft.com/office/drawing/2014/main" id="{BBD874DF-75B3-4D60-9A01-5019D827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</a:t>
            </a:r>
          </a:p>
        </p:txBody>
      </p:sp>
      <p:sp>
        <p:nvSpPr>
          <p:cNvPr id="29" name="stage-0-7">
            <a:extLst xmlns:a="http://schemas.openxmlformats.org/drawingml/2006/main">
              <a:ext uri="{FF2B5EF4-FFF2-40B4-BE49-F238E27FC236}">
                <a16:creationId xmlns:a16="http://schemas.microsoft.com/office/drawing/2014/main" id="{F9F67433-3830-4B4C-A982-A6C42FFD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stage-label-0-7">
            <a:extLst xmlns:a="http://schemas.openxmlformats.org/drawingml/2006/main">
              <a:ext uri="{FF2B5EF4-FFF2-40B4-BE49-F238E27FC236}">
                <a16:creationId xmlns:a16="http://schemas.microsoft.com/office/drawing/2014/main" id="{E76C1833-AB77-4D9B-916E-83A5F9F9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4CA767-1A19-46C8-95FC-C45D233B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屏幕深度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C1626-4A51-4DA9-8219-B5010680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41D26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0DD8A6-BDC6-44C7-B435-EC5970A0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9222B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AEC7B1-1CEC-44B8-BA47-9761B5FC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955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E2730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B749DF-FD44-42DE-9AFC-6108AA87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4955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32C35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473EBD-47FC-4A78-AAAF-CCB20E63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955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8313A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03DF6A-A851-4FB0-A976-1CDF0E53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955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D363F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3D74D7-9D63-40D1-9BD6-A08632F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23B44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AD6EB9-8FDC-4639-9924-B7345C63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74049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E575B8-C94D-4F43-A474-D1BF63EE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C454E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8827FE-4CF4-47A2-9543-6FED324A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956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41D26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EFEB2D-A93E-4245-A97D-763540EC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956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9222B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1DF5B4-BF13-4883-BEB6-65539C6A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8956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E2730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339D8C-3278-4208-9E32-286EA399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956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32C35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262672-AA81-4CD5-A180-67838A1E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8956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8313A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329A9A-95E1-4554-9A9B-26F05704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956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D363F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CA911A-D18F-4491-A2A4-73C3D259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23B44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92E3EF-37F5-4A58-B210-8385A085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74049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9D934C-BCD8-459C-8A7D-F47ECBD8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C454E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F94C244-DB4B-4C57-B4A9-AD25BCD3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41D26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25AD09D-DDF9-40F1-B56F-87035EFA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9222B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8BC0469-D6A8-4208-8D6C-D4F67D78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E2730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A55EA9-A59A-4ACE-9BCC-5C41CA8A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32C35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41509E-B6E7-4FA1-B1B5-61F6767D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8313A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8DC3F0-C6A9-4500-9920-12AB2363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D363F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27C6C7F-1220-46CB-B5AB-761A7C52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23B44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742185-6938-422E-B592-2F3C0CE3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957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74049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5F27DDD-2D4B-4554-B8BE-218ED64D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957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C454E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1535691-91B6-4968-96EB-3BE8748A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6957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41D26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EB731B2-4E46-4F8C-A5FF-17863397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6957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9222B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DDC29AB-FE61-4846-9FB0-43BC8F4A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957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E2730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EF19BF5-4AF9-491A-92A9-BFD78D58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6957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32C35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91CE1A6-9F8B-49E2-B555-59C66FC7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957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8313A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B9C3DEB-6C4F-46A5-BCE5-7DD9C680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D363F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7584696-0738-4E56-BE09-F9D06798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23B44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269A9EA-7FF9-456F-8FC3-170A0769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957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74049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3C103CF-A810-4318-A471-E821AE3D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0957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C454E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48E7417-45FE-4F97-A59E-4A8DA086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957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41D26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55F6F3C-D832-4064-9AFE-2E22A8D7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957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9222B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5D22C43-E1E8-4E3D-8E69-051A558E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957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E2730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2991A9B-BD7E-44E6-A181-557D87A6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957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32C35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F342CBD-49C8-4345-9D5B-83F13CA8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8313A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D6127BB-1CDD-43B9-B7C2-E945C7C1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D363F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97DAB79-4CE5-436C-8586-F4882779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23B44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89C3AB4-998E-4A37-9BA6-F3B7BF3A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958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74049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8A7F057-F7C9-4A65-AED1-0095B90A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4958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C454E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6FFD2A3-363A-4A97-960D-675736F0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4958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41D26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4FC39DE-8401-45FF-A32F-64CED473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4958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9222B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21AF9E0-C76C-47C0-8EFB-7CF633D0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49580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E2730"/>
          </a:solidFill>
          <a:ln xmlns:a="http://schemas.openxmlformats.org/drawingml/2006/main" w="0">
            <a:solidFill>
              <a:srgbClr val="31516C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E2B7DD2-0BF2-4949-95FC-5DD3BBCE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295650"/>
            <a:ext cx="371475" cy="371475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A993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CD1BCDF-BC6A-40D7-8400-24E1510D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3181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1 thread / pixel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18AE9E6-3155-4105-86F7-C7DE6083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33750"/>
            <a:ext cx="8191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0F793EC-06DE-448D-AFD7-50080209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19350"/>
            <a:ext cx="495300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2CD5C44-2013-4463-AB24-27CB6E57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24150"/>
            <a:ext cx="4305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Receiver Depth Prepass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8785CD4-860F-4036-894F-28B11DA4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93FF"/>
          </a:solidFill>
          <a:ln xmlns:a="http://schemas.openxmlformats.org/drawingml/2006/main" w="0">
            <a:solidFill>
              <a:srgbClr val="A993F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607074E-D557-4082-BD74-0968F9F8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52800"/>
            <a:ext cx="4057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只绘制不透明 receiver 深度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F03E9B5-EBF3-461F-9443-AAFB1D11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81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93FF"/>
          </a:solidFill>
          <a:ln xmlns:a="http://schemas.openxmlformats.org/drawingml/2006/main" w="0">
            <a:solidFill>
              <a:srgbClr val="A993FF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4BC5DE4-D546-4136-BE56-3A05D456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4057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Opaque Scene Pass 随后 load 同一深度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91635DE-BCBD-4179-AC9E-2CDE0EF0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33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93FF"/>
          </a:solidFill>
          <a:ln xmlns:a="http://schemas.openxmlformats.org/drawingml/2006/main" w="0">
            <a:solidFill>
              <a:srgbClr val="A993FF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E7288B-F0A1-41B5-ABE6-D0C2062D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57700"/>
            <a:ext cx="4057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页请求不依赖 CPU receiver bounds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6985AA2-CB1D-4FB6-AD0F-541DF8A8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314950"/>
            <a:ext cx="49530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91521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DD2E3D1-9009-4F1D-BF7D-E21C59B4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391150"/>
            <a:ext cx="4610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8 × 8 GROUPS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C93B5A0-DF15-4795-9D1C-D10FE80A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581650"/>
            <a:ext cx="461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7D6E2"/>
                </a:solidFill>
                <a:latin typeface="Cascadia Mono"/>
                <a:ea typeface="Cascadia Mono"/>
                <a:cs typeface="Cascadia Mono"/>
              </a:defRPr>
            </a:pPr>
            <a:r>
              <a:t>Dispatch((screenWidth + 7) / 8,
         (screenHeight + 7) / 8, 1);</a:t>
            </a:r>
          </a:p>
        </p:txBody>
      </p:sp>
    </p:spTree>
    <p:extLst>
      <p:ext uri="{BB962C8B-B14F-4D97-AF65-F5344CB8AC3E}">
        <p14:creationId xmlns:p14="http://schemas.microsoft.com/office/powerpoint/2010/main" val="19130388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background-10">
            <a:extLst xmlns:a="http://schemas.openxmlformats.org/drawingml/2006/main">
              <a:ext uri="{FF2B5EF4-FFF2-40B4-BE49-F238E27FC236}">
                <a16:creationId xmlns:a16="http://schemas.microsoft.com/office/drawing/2014/main" id="{2B723DEC-9850-4861-9083-9AA5CFDC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0">
            <a:extLst xmlns:a="http://schemas.openxmlformats.org/drawingml/2006/main">
              <a:ext uri="{FF2B5EF4-FFF2-40B4-BE49-F238E27FC236}">
                <a16:creationId xmlns:a16="http://schemas.microsoft.com/office/drawing/2014/main" id="{81FD596E-B9DF-4770-AAE6-94BA51D9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0">
            <a:extLst xmlns:a="http://schemas.openxmlformats.org/drawingml/2006/main">
              <a:ext uri="{FF2B5EF4-FFF2-40B4-BE49-F238E27FC236}">
                <a16:creationId xmlns:a16="http://schemas.microsoft.com/office/drawing/2014/main" id="{811009D7-8237-458A-89B6-6F97541D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C59614DD-E581-4B94-9B14-98BFDE38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 只清逐帧状态；兼容映射继续留在缓存</a:t>
            </a:r>
          </a:p>
        </p:txBody>
      </p:sp>
      <p:cxnSp>
        <p:nvCxnSpPr>
          <p:cNvPr id="60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0">
            <a:extLst xmlns:a="http://schemas.openxmlformats.org/drawingml/2006/main">
              <a:ext uri="{FF2B5EF4-FFF2-40B4-BE49-F238E27FC236}">
                <a16:creationId xmlns:a16="http://schemas.microsoft.com/office/drawing/2014/main" id="{7482ECAE-51BC-479D-8891-3F4484B6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GpuVirtualShadowRenderPass.cpp:545–581 · GPU VSM Design:274–295</a:t>
            </a:r>
          </a:p>
        </p:txBody>
      </p:sp>
      <p:sp>
        <p:nvSpPr>
          <p:cNvPr id="7" name="page-10">
            <a:extLst xmlns:a="http://schemas.openxmlformats.org/drawingml/2006/main">
              <a:ext uri="{FF2B5EF4-FFF2-40B4-BE49-F238E27FC236}">
                <a16:creationId xmlns:a16="http://schemas.microsoft.com/office/drawing/2014/main" id="{B69E9E15-019A-4DAD-9012-BCECC70C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10</a:t>
            </a:r>
          </a:p>
        </p:txBody>
      </p:sp>
      <p:sp>
        <p:nvSpPr>
          <p:cNvPr id="8" name="stage-arrow-1-0">
            <a:extLst xmlns:a="http://schemas.openxmlformats.org/drawingml/2006/main">
              <a:ext uri="{FF2B5EF4-FFF2-40B4-BE49-F238E27FC236}">
                <a16:creationId xmlns:a16="http://schemas.microsoft.com/office/drawing/2014/main" id="{F33351D5-1575-4902-AF5E-06328B57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arrow-1-1">
            <a:extLst xmlns:a="http://schemas.openxmlformats.org/drawingml/2006/main">
              <a:ext uri="{FF2B5EF4-FFF2-40B4-BE49-F238E27FC236}">
                <a16:creationId xmlns:a16="http://schemas.microsoft.com/office/drawing/2014/main" id="{9720C1ED-AF93-465E-884B-D5E797F5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arrow-1-2">
            <a:extLst xmlns:a="http://schemas.openxmlformats.org/drawingml/2006/main">
              <a:ext uri="{FF2B5EF4-FFF2-40B4-BE49-F238E27FC236}">
                <a16:creationId xmlns:a16="http://schemas.microsoft.com/office/drawing/2014/main" id="{1C0C69FD-B547-4E5C-B790-1BE42DFA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arrow-1-3">
            <a:extLst xmlns:a="http://schemas.openxmlformats.org/drawingml/2006/main">
              <a:ext uri="{FF2B5EF4-FFF2-40B4-BE49-F238E27FC236}">
                <a16:creationId xmlns:a16="http://schemas.microsoft.com/office/drawing/2014/main" id="{31A78DBE-3522-42C5-A440-44867CD2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arrow-1-4">
            <a:extLst xmlns:a="http://schemas.openxmlformats.org/drawingml/2006/main">
              <a:ext uri="{FF2B5EF4-FFF2-40B4-BE49-F238E27FC236}">
                <a16:creationId xmlns:a16="http://schemas.microsoft.com/office/drawing/2014/main" id="{443362F1-C8D2-44C9-8CD3-FEB7E853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arrow-1-5">
            <a:extLst xmlns:a="http://schemas.openxmlformats.org/drawingml/2006/main">
              <a:ext uri="{FF2B5EF4-FFF2-40B4-BE49-F238E27FC236}">
                <a16:creationId xmlns:a16="http://schemas.microsoft.com/office/drawing/2014/main" id="{9C73A556-F10A-4C5D-9E6A-FF47BE96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arrow-1-6">
            <a:extLst xmlns:a="http://schemas.openxmlformats.org/drawingml/2006/main">
              <a:ext uri="{FF2B5EF4-FFF2-40B4-BE49-F238E27FC236}">
                <a16:creationId xmlns:a16="http://schemas.microsoft.com/office/drawing/2014/main" id="{2F53C678-A14D-484F-B856-E77F292E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1-0">
            <a:extLst xmlns:a="http://schemas.openxmlformats.org/drawingml/2006/main">
              <a:ext uri="{FF2B5EF4-FFF2-40B4-BE49-F238E27FC236}">
                <a16:creationId xmlns:a16="http://schemas.microsoft.com/office/drawing/2014/main" id="{38EB116D-3E25-498F-913A-8AA057C5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stage-label-1-0">
            <a:extLst xmlns:a="http://schemas.openxmlformats.org/drawingml/2006/main">
              <a:ext uri="{FF2B5EF4-FFF2-40B4-BE49-F238E27FC236}">
                <a16:creationId xmlns:a16="http://schemas.microsoft.com/office/drawing/2014/main" id="{C3AC6B8C-A24F-4530-B319-AD413A39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7" name="stage-1-1">
            <a:extLst xmlns:a="http://schemas.openxmlformats.org/drawingml/2006/main">
              <a:ext uri="{FF2B5EF4-FFF2-40B4-BE49-F238E27FC236}">
                <a16:creationId xmlns:a16="http://schemas.microsoft.com/office/drawing/2014/main" id="{430E9B3F-8245-4884-B3FC-F336BAF4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18" name="stage-label-1-1">
            <a:extLst xmlns:a="http://schemas.openxmlformats.org/drawingml/2006/main">
              <a:ext uri="{FF2B5EF4-FFF2-40B4-BE49-F238E27FC236}">
                <a16:creationId xmlns:a16="http://schemas.microsoft.com/office/drawing/2014/main" id="{62EB2722-E7AA-41C8-8B39-0BBCE890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19" name="stage-1-2">
            <a:extLst xmlns:a="http://schemas.openxmlformats.org/drawingml/2006/main">
              <a:ext uri="{FF2B5EF4-FFF2-40B4-BE49-F238E27FC236}">
                <a16:creationId xmlns:a16="http://schemas.microsoft.com/office/drawing/2014/main" id="{F8C7E6B8-4A91-4946-A5B8-822E8ABE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0" name="stage-label-1-2">
            <a:extLst xmlns:a="http://schemas.openxmlformats.org/drawingml/2006/main">
              <a:ext uri="{FF2B5EF4-FFF2-40B4-BE49-F238E27FC236}">
                <a16:creationId xmlns:a16="http://schemas.microsoft.com/office/drawing/2014/main" id="{D8E50F5D-8716-40D8-8834-18CE1E5D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1" name="stage-1-3">
            <a:extLst xmlns:a="http://schemas.openxmlformats.org/drawingml/2006/main">
              <a:ext uri="{FF2B5EF4-FFF2-40B4-BE49-F238E27FC236}">
                <a16:creationId xmlns:a16="http://schemas.microsoft.com/office/drawing/2014/main" id="{0E055FCA-EA00-4FB0-A888-E9E00C53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2" name="stage-label-1-3">
            <a:extLst xmlns:a="http://schemas.openxmlformats.org/drawingml/2006/main">
              <a:ext uri="{FF2B5EF4-FFF2-40B4-BE49-F238E27FC236}">
                <a16:creationId xmlns:a16="http://schemas.microsoft.com/office/drawing/2014/main" id="{5054B097-2428-4D93-A481-D036100C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3" name="stage-1-4">
            <a:extLst xmlns:a="http://schemas.openxmlformats.org/drawingml/2006/main">
              <a:ext uri="{FF2B5EF4-FFF2-40B4-BE49-F238E27FC236}">
                <a16:creationId xmlns:a16="http://schemas.microsoft.com/office/drawing/2014/main" id="{1578E572-EA30-461C-B71F-694EFEE3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stage-label-1-4">
            <a:extLst xmlns:a="http://schemas.openxmlformats.org/drawingml/2006/main">
              <a:ext uri="{FF2B5EF4-FFF2-40B4-BE49-F238E27FC236}">
                <a16:creationId xmlns:a16="http://schemas.microsoft.com/office/drawing/2014/main" id="{7D111F12-F53B-4325-BE15-CEB536AC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</a:t>
            </a:r>
          </a:p>
        </p:txBody>
      </p:sp>
      <p:sp>
        <p:nvSpPr>
          <p:cNvPr id="25" name="stage-1-5">
            <a:extLst xmlns:a="http://schemas.openxmlformats.org/drawingml/2006/main">
              <a:ext uri="{FF2B5EF4-FFF2-40B4-BE49-F238E27FC236}">
                <a16:creationId xmlns:a16="http://schemas.microsoft.com/office/drawing/2014/main" id="{AA5D4DDB-C5ED-4E83-B387-CC2B71D6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6" name="stage-label-1-5">
            <a:extLst xmlns:a="http://schemas.openxmlformats.org/drawingml/2006/main">
              <a:ext uri="{FF2B5EF4-FFF2-40B4-BE49-F238E27FC236}">
                <a16:creationId xmlns:a16="http://schemas.microsoft.com/office/drawing/2014/main" id="{70A88E0A-21A4-425E-BF2C-05ADB025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</a:t>
            </a:r>
          </a:p>
        </p:txBody>
      </p:sp>
      <p:sp>
        <p:nvSpPr>
          <p:cNvPr id="27" name="stage-1-6">
            <a:extLst xmlns:a="http://schemas.openxmlformats.org/drawingml/2006/main">
              <a:ext uri="{FF2B5EF4-FFF2-40B4-BE49-F238E27FC236}">
                <a16:creationId xmlns:a16="http://schemas.microsoft.com/office/drawing/2014/main" id="{9F0A0073-AB99-4280-9543-B1EF528E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8" name="stage-label-1-6">
            <a:extLst xmlns:a="http://schemas.openxmlformats.org/drawingml/2006/main">
              <a:ext uri="{FF2B5EF4-FFF2-40B4-BE49-F238E27FC236}">
                <a16:creationId xmlns:a16="http://schemas.microsoft.com/office/drawing/2014/main" id="{489DBBD1-9019-4DDC-AC9D-37206DD0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</a:t>
            </a:r>
          </a:p>
        </p:txBody>
      </p:sp>
      <p:sp>
        <p:nvSpPr>
          <p:cNvPr id="29" name="stage-1-7">
            <a:extLst xmlns:a="http://schemas.openxmlformats.org/drawingml/2006/main">
              <a:ext uri="{FF2B5EF4-FFF2-40B4-BE49-F238E27FC236}">
                <a16:creationId xmlns:a16="http://schemas.microsoft.com/office/drawing/2014/main" id="{442B81DE-816B-40EA-A6E5-99D6A8A1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stage-label-1-7">
            <a:extLst xmlns:a="http://schemas.openxmlformats.org/drawingml/2006/main">
              <a:ext uri="{FF2B5EF4-FFF2-40B4-BE49-F238E27FC236}">
                <a16:creationId xmlns:a16="http://schemas.microsoft.com/office/drawing/2014/main" id="{1A18E51C-39DB-4991-94FA-78ED9011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638716-68A1-4262-8859-67E8342D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跨帧持久化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62C40F-7AF6-49A2-AA0D-07B95925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95500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本帧重置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C6FCCC-319F-423D-8ACF-7F657B38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667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3A1630-0CEA-4B0D-BC88-0B0617EC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key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88CCF2-018F-4E58-8395-AD414D39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28900"/>
            <a:ext cx="857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KEEP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F612FA-54BA-497D-8016-041CD890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2667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4B0F16-4461-4D17-B332-BDF1CDCA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385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lastUsed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473EDE9-72B9-4D6B-A284-8993D05B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38500"/>
            <a:ext cx="857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KEEP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74C372-41A7-4EC8-8CAD-2E9C8728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2667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8F1C21-A36E-4BB6-A86D-20304C33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481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dirty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5A30C7-9CFA-4176-A1EA-DEE6A7A0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848100"/>
            <a:ext cx="857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KEEP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F4A48B-BD69-41D7-B224-275CD089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2667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0A096E-9E17-427E-86E5-53182799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577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requested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F11C6F-C3DD-4701-8CCD-CBA17667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57700"/>
            <a:ext cx="857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1 → 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E4D5EFC-D095-4B78-A0A6-25C78A10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95650"/>
            <a:ext cx="781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AE0971D-B381-46DB-BCDC-8D4D963E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2057400" cy="2190750"/>
          </a:xfrm>
          <a:prstGeom xmlns:a="http://schemas.openxmlformats.org/drawingml/2006/main" prst="roundRect">
            <a:avLst>
              <a:gd name="adj" fmla="val 6481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8276C9-DDBE-41E4-9E9E-2B9E99CB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81300"/>
            <a:ext cx="1676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Invalidation Keys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15E8039-9E0C-4AAB-8B30-DD8E6677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3335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old bounds
+
new bounds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285DE37-E39F-43D0-B5A4-E197572B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5BDD15-55BE-446A-94FB-32CD3AF6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52700"/>
            <a:ext cx="3600450" cy="219075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F5EA1A-6565-4FCB-8D0A-EF3FE925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90850"/>
            <a:ext cx="3048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匹配页：dirty = 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D964096-B4E1-42CE-AE08-A459985F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62350"/>
            <a:ext cx="3048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不匹配页：保留缓存状态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DD4CA05-FF56-4EFD-A9FF-7DB28850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114800"/>
            <a:ext cx="304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只有不兼容资源或光照变化才 reset mapping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C85C944-92BF-48C7-BB7A-05589BBD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102679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B2A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13AA0D-E54C-476A-846D-6CC85E85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38775"/>
            <a:ext cx="9658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 的目标是清除“逐帧标记”，而不是清空整个 Atlas。</a:t>
            </a:r>
          </a:p>
        </p:txBody>
      </p:sp>
    </p:spTree>
    <p:extLst>
      <p:ext uri="{BB962C8B-B14F-4D97-AF65-F5344CB8AC3E}">
        <p14:creationId xmlns:p14="http://schemas.microsoft.com/office/powerpoint/2010/main" val="3378806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background-11">
            <a:extLst xmlns:a="http://schemas.openxmlformats.org/drawingml/2006/main">
              <a:ext uri="{FF2B5EF4-FFF2-40B4-BE49-F238E27FC236}">
                <a16:creationId xmlns:a16="http://schemas.microsoft.com/office/drawing/2014/main" id="{174F6DDB-B2F1-4433-8F8A-9A6983710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1">
            <a:extLst xmlns:a="http://schemas.openxmlformats.org/drawingml/2006/main">
              <a:ext uri="{FF2B5EF4-FFF2-40B4-BE49-F238E27FC236}">
                <a16:creationId xmlns:a16="http://schemas.microsoft.com/office/drawing/2014/main" id="{CD6553B2-D9FA-4872-ABAD-E0438BB4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1">
            <a:extLst xmlns:a="http://schemas.openxmlformats.org/drawingml/2006/main">
              <a:ext uri="{FF2B5EF4-FFF2-40B4-BE49-F238E27FC236}">
                <a16:creationId xmlns:a16="http://schemas.microsoft.com/office/drawing/2014/main" id="{D20DD247-EA07-4262-B12D-A57AE906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1">
            <a:extLst xmlns:a="http://schemas.openxmlformats.org/drawingml/2006/main">
              <a:ext uri="{FF2B5EF4-FFF2-40B4-BE49-F238E27FC236}">
                <a16:creationId xmlns:a16="http://schemas.microsoft.com/office/drawing/2014/main" id="{529AA7DD-EB98-42AE-B8ED-8F57607E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Mark Pass 从深度像素重建世界坐标，只写中心页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1">
            <a:extLst xmlns:a="http://schemas.openxmlformats.org/drawingml/2006/main">
              <a:ext uri="{FF2B5EF4-FFF2-40B4-BE49-F238E27FC236}">
                <a16:creationId xmlns:a16="http://schemas.microsoft.com/office/drawing/2014/main" id="{B6DD4BE6-7B9C-42F7-9423-0B9936AC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GpuVirtualShadowRenderPass.cpp:84–126, 584–613</a:t>
            </a:r>
          </a:p>
        </p:txBody>
      </p:sp>
      <p:sp>
        <p:nvSpPr>
          <p:cNvPr id="7" name="page-11">
            <a:extLst xmlns:a="http://schemas.openxmlformats.org/drawingml/2006/main">
              <a:ext uri="{FF2B5EF4-FFF2-40B4-BE49-F238E27FC236}">
                <a16:creationId xmlns:a16="http://schemas.microsoft.com/office/drawing/2014/main" id="{A231E057-797B-4E85-AA9A-F4ECFFB2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11</a:t>
            </a:r>
          </a:p>
        </p:txBody>
      </p:sp>
      <p:sp>
        <p:nvSpPr>
          <p:cNvPr id="8" name="stage-arrow-2-0">
            <a:extLst xmlns:a="http://schemas.openxmlformats.org/drawingml/2006/main">
              <a:ext uri="{FF2B5EF4-FFF2-40B4-BE49-F238E27FC236}">
                <a16:creationId xmlns:a16="http://schemas.microsoft.com/office/drawing/2014/main" id="{7C3ABED6-630C-4866-BDB2-6A2F47AF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arrow-2-1">
            <a:extLst xmlns:a="http://schemas.openxmlformats.org/drawingml/2006/main">
              <a:ext uri="{FF2B5EF4-FFF2-40B4-BE49-F238E27FC236}">
                <a16:creationId xmlns:a16="http://schemas.microsoft.com/office/drawing/2014/main" id="{70751D22-93D2-440B-8A73-B97F8556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arrow-2-2">
            <a:extLst xmlns:a="http://schemas.openxmlformats.org/drawingml/2006/main">
              <a:ext uri="{FF2B5EF4-FFF2-40B4-BE49-F238E27FC236}">
                <a16:creationId xmlns:a16="http://schemas.microsoft.com/office/drawing/2014/main" id="{410937E9-F537-4B9E-BF5C-606B05B3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arrow-2-3">
            <a:extLst xmlns:a="http://schemas.openxmlformats.org/drawingml/2006/main">
              <a:ext uri="{FF2B5EF4-FFF2-40B4-BE49-F238E27FC236}">
                <a16:creationId xmlns:a16="http://schemas.microsoft.com/office/drawing/2014/main" id="{CE613C3F-0F08-427A-BF19-4684E608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arrow-2-4">
            <a:extLst xmlns:a="http://schemas.openxmlformats.org/drawingml/2006/main">
              <a:ext uri="{FF2B5EF4-FFF2-40B4-BE49-F238E27FC236}">
                <a16:creationId xmlns:a16="http://schemas.microsoft.com/office/drawing/2014/main" id="{79517536-64E0-43E8-B808-6FCAA063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arrow-2-5">
            <a:extLst xmlns:a="http://schemas.openxmlformats.org/drawingml/2006/main">
              <a:ext uri="{FF2B5EF4-FFF2-40B4-BE49-F238E27FC236}">
                <a16:creationId xmlns:a16="http://schemas.microsoft.com/office/drawing/2014/main" id="{F18600B5-EC6E-4F18-ABED-6CF2C653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arrow-2-6">
            <a:extLst xmlns:a="http://schemas.openxmlformats.org/drawingml/2006/main">
              <a:ext uri="{FF2B5EF4-FFF2-40B4-BE49-F238E27FC236}">
                <a16:creationId xmlns:a16="http://schemas.microsoft.com/office/drawing/2014/main" id="{E2509A9D-4E08-408E-94F5-DC07DB7D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2-0">
            <a:extLst xmlns:a="http://schemas.openxmlformats.org/drawingml/2006/main">
              <a:ext uri="{FF2B5EF4-FFF2-40B4-BE49-F238E27FC236}">
                <a16:creationId xmlns:a16="http://schemas.microsoft.com/office/drawing/2014/main" id="{F220478C-53AF-4014-AEC1-D1D3A9FA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stage-label-2-0">
            <a:extLst xmlns:a="http://schemas.openxmlformats.org/drawingml/2006/main">
              <a:ext uri="{FF2B5EF4-FFF2-40B4-BE49-F238E27FC236}">
                <a16:creationId xmlns:a16="http://schemas.microsoft.com/office/drawing/2014/main" id="{1F229F6A-16F0-431D-971D-EAC5E3C9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7" name="stage-2-1">
            <a:extLst xmlns:a="http://schemas.openxmlformats.org/drawingml/2006/main">
              <a:ext uri="{FF2B5EF4-FFF2-40B4-BE49-F238E27FC236}">
                <a16:creationId xmlns:a16="http://schemas.microsoft.com/office/drawing/2014/main" id="{14DA879D-10A4-4B7F-90FC-9F09A07D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8" name="stage-label-2-1">
            <a:extLst xmlns:a="http://schemas.openxmlformats.org/drawingml/2006/main">
              <a:ext uri="{FF2B5EF4-FFF2-40B4-BE49-F238E27FC236}">
                <a16:creationId xmlns:a16="http://schemas.microsoft.com/office/drawing/2014/main" id="{C5761C6C-8170-4D48-A2D7-17D01F96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19" name="stage-2-2">
            <a:extLst xmlns:a="http://schemas.openxmlformats.org/drawingml/2006/main">
              <a:ext uri="{FF2B5EF4-FFF2-40B4-BE49-F238E27FC236}">
                <a16:creationId xmlns:a16="http://schemas.microsoft.com/office/drawing/2014/main" id="{BC471263-FFEA-4CA2-8154-781CEEC4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0" name="stage-label-2-2">
            <a:extLst xmlns:a="http://schemas.openxmlformats.org/drawingml/2006/main">
              <a:ext uri="{FF2B5EF4-FFF2-40B4-BE49-F238E27FC236}">
                <a16:creationId xmlns:a16="http://schemas.microsoft.com/office/drawing/2014/main" id="{E904EC06-61DE-4CC4-AE99-D7F01E8D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1" name="stage-2-3">
            <a:extLst xmlns:a="http://schemas.openxmlformats.org/drawingml/2006/main">
              <a:ext uri="{FF2B5EF4-FFF2-40B4-BE49-F238E27FC236}">
                <a16:creationId xmlns:a16="http://schemas.microsoft.com/office/drawing/2014/main" id="{677E11F8-E6BD-4BC6-8CA1-76E32D1B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2" name="stage-label-2-3">
            <a:extLst xmlns:a="http://schemas.openxmlformats.org/drawingml/2006/main">
              <a:ext uri="{FF2B5EF4-FFF2-40B4-BE49-F238E27FC236}">
                <a16:creationId xmlns:a16="http://schemas.microsoft.com/office/drawing/2014/main" id="{D458C846-4334-49A6-A677-104B3E2C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3" name="stage-2-4">
            <a:extLst xmlns:a="http://schemas.openxmlformats.org/drawingml/2006/main">
              <a:ext uri="{FF2B5EF4-FFF2-40B4-BE49-F238E27FC236}">
                <a16:creationId xmlns:a16="http://schemas.microsoft.com/office/drawing/2014/main" id="{AE597A61-517D-4D91-B9D6-1FE51C24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stage-label-2-4">
            <a:extLst xmlns:a="http://schemas.openxmlformats.org/drawingml/2006/main">
              <a:ext uri="{FF2B5EF4-FFF2-40B4-BE49-F238E27FC236}">
                <a16:creationId xmlns:a16="http://schemas.microsoft.com/office/drawing/2014/main" id="{99541E90-867E-4550-AB8A-806FE9AD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</a:t>
            </a:r>
          </a:p>
        </p:txBody>
      </p:sp>
      <p:sp>
        <p:nvSpPr>
          <p:cNvPr id="25" name="stage-2-5">
            <a:extLst xmlns:a="http://schemas.openxmlformats.org/drawingml/2006/main">
              <a:ext uri="{FF2B5EF4-FFF2-40B4-BE49-F238E27FC236}">
                <a16:creationId xmlns:a16="http://schemas.microsoft.com/office/drawing/2014/main" id="{28BA000C-2B0B-4752-B804-9CF83616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6" name="stage-label-2-5">
            <a:extLst xmlns:a="http://schemas.openxmlformats.org/drawingml/2006/main">
              <a:ext uri="{FF2B5EF4-FFF2-40B4-BE49-F238E27FC236}">
                <a16:creationId xmlns:a16="http://schemas.microsoft.com/office/drawing/2014/main" id="{410FBD4B-02D0-4184-9EA4-935A3C3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</a:t>
            </a:r>
          </a:p>
        </p:txBody>
      </p:sp>
      <p:sp>
        <p:nvSpPr>
          <p:cNvPr id="27" name="stage-2-6">
            <a:extLst xmlns:a="http://schemas.openxmlformats.org/drawingml/2006/main">
              <a:ext uri="{FF2B5EF4-FFF2-40B4-BE49-F238E27FC236}">
                <a16:creationId xmlns:a16="http://schemas.microsoft.com/office/drawing/2014/main" id="{DD1A8F8D-582F-49A2-874F-33E755CC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8" name="stage-label-2-6">
            <a:extLst xmlns:a="http://schemas.openxmlformats.org/drawingml/2006/main">
              <a:ext uri="{FF2B5EF4-FFF2-40B4-BE49-F238E27FC236}">
                <a16:creationId xmlns:a16="http://schemas.microsoft.com/office/drawing/2014/main" id="{90D2EE16-297D-4140-98F7-D5A59F3B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</a:t>
            </a:r>
          </a:p>
        </p:txBody>
      </p:sp>
      <p:sp>
        <p:nvSpPr>
          <p:cNvPr id="29" name="stage-2-7">
            <a:extLst xmlns:a="http://schemas.openxmlformats.org/drawingml/2006/main">
              <a:ext uri="{FF2B5EF4-FFF2-40B4-BE49-F238E27FC236}">
                <a16:creationId xmlns:a16="http://schemas.microsoft.com/office/drawing/2014/main" id="{3A47F490-AAD0-487D-8B77-5FE7B958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stage-label-2-7">
            <a:extLst xmlns:a="http://schemas.openxmlformats.org/drawingml/2006/main">
              <a:ext uri="{FF2B5EF4-FFF2-40B4-BE49-F238E27FC236}">
                <a16:creationId xmlns:a16="http://schemas.microsoft.com/office/drawing/2014/main" id="{A5B01991-8C00-410C-970A-1943877C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6DF293-9EC4-489D-9D5B-8340D378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390900"/>
            <a:ext cx="5905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7CA73-AAF7-4A16-87C8-5050CC69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90900"/>
            <a:ext cx="5905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594867-0927-49EF-826B-375E251F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90900"/>
            <a:ext cx="5905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B2BBB0-FD47-4262-9415-8A611556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209550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7B16EA-ACEE-4229-8522-3CAE1861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93FF"/>
          </a:solidFill>
          <a:ln xmlns:a="http://schemas.openxmlformats.org/drawingml/2006/main" w="0">
            <a:solidFill>
              <a:srgbClr val="A993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9DC1E8-A607-452F-8E75-37CA7490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1752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 Pixel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028602-F2FA-45FA-BD2E-E59E8C39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67150"/>
            <a:ext cx="175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(x, y, z)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24E74DE-9B18-43BF-9688-AC721BA4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209550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158C7A-D2EC-4A25-A6E3-B6E1AC57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9EB004-D779-4CE5-85EC-6EBF94CE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24250"/>
            <a:ext cx="1752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World Position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6CC084-C0E3-4454-98DE-8176E611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67150"/>
            <a:ext cx="175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inverse VP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E18E06-21B3-4EB4-B44C-8C7B5FFD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86050"/>
            <a:ext cx="209550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64C6A4-8104-44F9-8F02-3AE54E25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3766700-2EF3-489E-81E2-3524DBA0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24250"/>
            <a:ext cx="1752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Light Space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AF71679-428A-4563-90CA-29E86B0C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67150"/>
            <a:ext cx="175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right / up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ABA0A5-E8E7-4846-A164-F7FE2E4B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86050"/>
            <a:ext cx="209550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10ED7B-980E-447E-8F7B-71486650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solidFill>
              <a:srgbClr val="5FE39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510518C-4D82-4093-835A-E23B45E2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24250"/>
            <a:ext cx="1752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Center Page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2D892D8-A705-4024-812C-F9EA8CD6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67150"/>
            <a:ext cx="175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level + XY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9E781DB-7702-4578-B800-CF51C3F9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B14691-8183-4F23-BE19-0FCA1BA4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62525"/>
            <a:ext cx="9486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每像素最多标记 4 个中心页：选中的 Clipmap + 更粗的 fallback levels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974B36D-A672-4485-A0D4-B8E26E05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95950"/>
            <a:ext cx="50482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91521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196307-2A68-4A2E-A32A-15BB8A91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772150"/>
            <a:ext cx="4705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MARK COMPUTE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1634DBE-4B83-428B-8392-D45D7F0E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62650"/>
            <a:ext cx="4705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7D6E2"/>
                </a:solidFill>
                <a:latin typeface="Cascadia Mono"/>
                <a:ea typeface="Cascadia Mono"/>
                <a:cs typeface="Cascadia Mono"/>
              </a:defRPr>
            </a:pPr>
            <a:r>
              <a:t>world = mul(inverseViewProjection, clip)
InterlockedOr(PageMarks[logicalIndex], 1);</a:t>
            </a:r>
          </a:p>
        </p:txBody>
      </p:sp>
    </p:spTree>
    <p:extLst>
      <p:ext uri="{BB962C8B-B14F-4D97-AF65-F5344CB8AC3E}">
        <p14:creationId xmlns:p14="http://schemas.microsoft.com/office/powerpoint/2010/main" val="19529659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background-12">
            <a:extLst xmlns:a="http://schemas.openxmlformats.org/drawingml/2006/main">
              <a:ext uri="{FF2B5EF4-FFF2-40B4-BE49-F238E27FC236}">
                <a16:creationId xmlns:a16="http://schemas.microsoft.com/office/drawing/2014/main" id="{DACD4540-1279-4D83-9AEB-53EBAB8A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2">
            <a:extLst xmlns:a="http://schemas.openxmlformats.org/drawingml/2006/main">
              <a:ext uri="{FF2B5EF4-FFF2-40B4-BE49-F238E27FC236}">
                <a16:creationId xmlns:a16="http://schemas.microsoft.com/office/drawing/2014/main" id="{EBBC9E9F-2D70-4126-B5F8-5F84FAE4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2">
            <a:extLst xmlns:a="http://schemas.openxmlformats.org/drawingml/2006/main">
              <a:ext uri="{FF2B5EF4-FFF2-40B4-BE49-F238E27FC236}">
                <a16:creationId xmlns:a16="http://schemas.microsoft.com/office/drawing/2014/main" id="{365F8532-7157-4274-8978-4322D874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2">
            <a:extLst xmlns:a="http://schemas.openxmlformats.org/drawingml/2006/main">
              <a:ext uri="{FF2B5EF4-FFF2-40B4-BE49-F238E27FC236}">
                <a16:creationId xmlns:a16="http://schemas.microsoft.com/office/drawing/2014/main" id="{6E9CBE9D-4833-4327-89EC-2B8F3DA0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 Pass 把重复像素请求压成唯一分级列表</a:t>
            </a:r>
          </a:p>
        </p:txBody>
      </p:sp>
      <p:cxnSp>
        <p:nvCxnSpPr>
          <p:cNvPr id="105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2">
            <a:extLst xmlns:a="http://schemas.openxmlformats.org/drawingml/2006/main">
              <a:ext uri="{FF2B5EF4-FFF2-40B4-BE49-F238E27FC236}">
                <a16:creationId xmlns:a16="http://schemas.microsoft.com/office/drawing/2014/main" id="{E6C3B90F-DCA4-4940-B0BC-CA30A63C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GpuVirtualShadowRenderPass.cpp:127–160, 616–649</a:t>
            </a:r>
          </a:p>
        </p:txBody>
      </p:sp>
      <p:sp>
        <p:nvSpPr>
          <p:cNvPr id="7" name="page-12">
            <a:extLst xmlns:a="http://schemas.openxmlformats.org/drawingml/2006/main">
              <a:ext uri="{FF2B5EF4-FFF2-40B4-BE49-F238E27FC236}">
                <a16:creationId xmlns:a16="http://schemas.microsoft.com/office/drawing/2014/main" id="{090C5492-5331-4E22-BD8E-6C11D345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12</a:t>
            </a:r>
          </a:p>
        </p:txBody>
      </p:sp>
      <p:sp>
        <p:nvSpPr>
          <p:cNvPr id="8" name="stage-arrow-3-0">
            <a:extLst xmlns:a="http://schemas.openxmlformats.org/drawingml/2006/main">
              <a:ext uri="{FF2B5EF4-FFF2-40B4-BE49-F238E27FC236}">
                <a16:creationId xmlns:a16="http://schemas.microsoft.com/office/drawing/2014/main" id="{BFBCE342-FED3-4E37-B848-4910CFBB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arrow-3-1">
            <a:extLst xmlns:a="http://schemas.openxmlformats.org/drawingml/2006/main">
              <a:ext uri="{FF2B5EF4-FFF2-40B4-BE49-F238E27FC236}">
                <a16:creationId xmlns:a16="http://schemas.microsoft.com/office/drawing/2014/main" id="{BCCB11A9-3D6B-40E4-8402-1BDFF4F3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arrow-3-2">
            <a:extLst xmlns:a="http://schemas.openxmlformats.org/drawingml/2006/main">
              <a:ext uri="{FF2B5EF4-FFF2-40B4-BE49-F238E27FC236}">
                <a16:creationId xmlns:a16="http://schemas.microsoft.com/office/drawing/2014/main" id="{CCC666FE-D5D2-4488-A32D-D54DB301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arrow-3-3">
            <a:extLst xmlns:a="http://schemas.openxmlformats.org/drawingml/2006/main">
              <a:ext uri="{FF2B5EF4-FFF2-40B4-BE49-F238E27FC236}">
                <a16:creationId xmlns:a16="http://schemas.microsoft.com/office/drawing/2014/main" id="{745CE9D4-1851-4E98-B5EA-B41570B9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arrow-3-4">
            <a:extLst xmlns:a="http://schemas.openxmlformats.org/drawingml/2006/main">
              <a:ext uri="{FF2B5EF4-FFF2-40B4-BE49-F238E27FC236}">
                <a16:creationId xmlns:a16="http://schemas.microsoft.com/office/drawing/2014/main" id="{71593B4A-9776-434E-80E3-03999D59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arrow-3-5">
            <a:extLst xmlns:a="http://schemas.openxmlformats.org/drawingml/2006/main">
              <a:ext uri="{FF2B5EF4-FFF2-40B4-BE49-F238E27FC236}">
                <a16:creationId xmlns:a16="http://schemas.microsoft.com/office/drawing/2014/main" id="{05BDB5FF-AE28-4A8D-98C5-54A473F4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arrow-3-6">
            <a:extLst xmlns:a="http://schemas.openxmlformats.org/drawingml/2006/main">
              <a:ext uri="{FF2B5EF4-FFF2-40B4-BE49-F238E27FC236}">
                <a16:creationId xmlns:a16="http://schemas.microsoft.com/office/drawing/2014/main" id="{665FB371-036D-42C1-ACC0-0DF8AB0E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3-0">
            <a:extLst xmlns:a="http://schemas.openxmlformats.org/drawingml/2006/main">
              <a:ext uri="{FF2B5EF4-FFF2-40B4-BE49-F238E27FC236}">
                <a16:creationId xmlns:a16="http://schemas.microsoft.com/office/drawing/2014/main" id="{3C28CCCA-0446-47CD-AE0F-20AD3C36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stage-label-3-0">
            <a:extLst xmlns:a="http://schemas.openxmlformats.org/drawingml/2006/main">
              <a:ext uri="{FF2B5EF4-FFF2-40B4-BE49-F238E27FC236}">
                <a16:creationId xmlns:a16="http://schemas.microsoft.com/office/drawing/2014/main" id="{B5DC6AB3-ECFC-43D7-B938-80B2965C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7" name="stage-3-1">
            <a:extLst xmlns:a="http://schemas.openxmlformats.org/drawingml/2006/main">
              <a:ext uri="{FF2B5EF4-FFF2-40B4-BE49-F238E27FC236}">
                <a16:creationId xmlns:a16="http://schemas.microsoft.com/office/drawing/2014/main" id="{BA875453-74E0-4A69-99F2-C8AF1276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8" name="stage-label-3-1">
            <a:extLst xmlns:a="http://schemas.openxmlformats.org/drawingml/2006/main">
              <a:ext uri="{FF2B5EF4-FFF2-40B4-BE49-F238E27FC236}">
                <a16:creationId xmlns:a16="http://schemas.microsoft.com/office/drawing/2014/main" id="{4AF31125-ACB4-431C-94D9-76C3F18A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19" name="stage-3-2">
            <a:extLst xmlns:a="http://schemas.openxmlformats.org/drawingml/2006/main">
              <a:ext uri="{FF2B5EF4-FFF2-40B4-BE49-F238E27FC236}">
                <a16:creationId xmlns:a16="http://schemas.microsoft.com/office/drawing/2014/main" id="{FDC35B1A-892A-40B8-90F7-2B3DF3B3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0" name="stage-label-3-2">
            <a:extLst xmlns:a="http://schemas.openxmlformats.org/drawingml/2006/main">
              <a:ext uri="{FF2B5EF4-FFF2-40B4-BE49-F238E27FC236}">
                <a16:creationId xmlns:a16="http://schemas.microsoft.com/office/drawing/2014/main" id="{5FB6253A-8E68-4BA4-8E97-0214FB5B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1" name="stage-3-3">
            <a:extLst xmlns:a="http://schemas.openxmlformats.org/drawingml/2006/main">
              <a:ext uri="{FF2B5EF4-FFF2-40B4-BE49-F238E27FC236}">
                <a16:creationId xmlns:a16="http://schemas.microsoft.com/office/drawing/2014/main" id="{D74396F1-9669-4C78-A7A4-00774474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2" name="stage-label-3-3">
            <a:extLst xmlns:a="http://schemas.openxmlformats.org/drawingml/2006/main">
              <a:ext uri="{FF2B5EF4-FFF2-40B4-BE49-F238E27FC236}">
                <a16:creationId xmlns:a16="http://schemas.microsoft.com/office/drawing/2014/main" id="{9FAF9085-CBAB-4D43-8E2E-F766F75C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3" name="stage-3-4">
            <a:extLst xmlns:a="http://schemas.openxmlformats.org/drawingml/2006/main">
              <a:ext uri="{FF2B5EF4-FFF2-40B4-BE49-F238E27FC236}">
                <a16:creationId xmlns:a16="http://schemas.microsoft.com/office/drawing/2014/main" id="{7D2BC1C1-6E96-47D2-A413-B24307EC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stage-label-3-4">
            <a:extLst xmlns:a="http://schemas.openxmlformats.org/drawingml/2006/main">
              <a:ext uri="{FF2B5EF4-FFF2-40B4-BE49-F238E27FC236}">
                <a16:creationId xmlns:a16="http://schemas.microsoft.com/office/drawing/2014/main" id="{AAF396AD-4226-4D6C-9964-C91349E7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</a:t>
            </a:r>
          </a:p>
        </p:txBody>
      </p:sp>
      <p:sp>
        <p:nvSpPr>
          <p:cNvPr id="25" name="stage-3-5">
            <a:extLst xmlns:a="http://schemas.openxmlformats.org/drawingml/2006/main">
              <a:ext uri="{FF2B5EF4-FFF2-40B4-BE49-F238E27FC236}">
                <a16:creationId xmlns:a16="http://schemas.microsoft.com/office/drawing/2014/main" id="{57FFFC4B-38C9-4489-993F-900A251F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6" name="stage-label-3-5">
            <a:extLst xmlns:a="http://schemas.openxmlformats.org/drawingml/2006/main">
              <a:ext uri="{FF2B5EF4-FFF2-40B4-BE49-F238E27FC236}">
                <a16:creationId xmlns:a16="http://schemas.microsoft.com/office/drawing/2014/main" id="{E8F811BC-6E38-437E-82CB-005ED810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</a:t>
            </a:r>
          </a:p>
        </p:txBody>
      </p:sp>
      <p:sp>
        <p:nvSpPr>
          <p:cNvPr id="27" name="stage-3-6">
            <a:extLst xmlns:a="http://schemas.openxmlformats.org/drawingml/2006/main">
              <a:ext uri="{FF2B5EF4-FFF2-40B4-BE49-F238E27FC236}">
                <a16:creationId xmlns:a16="http://schemas.microsoft.com/office/drawing/2014/main" id="{1C051FAC-52F9-408B-A01D-E381F952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8" name="stage-label-3-6">
            <a:extLst xmlns:a="http://schemas.openxmlformats.org/drawingml/2006/main">
              <a:ext uri="{FF2B5EF4-FFF2-40B4-BE49-F238E27FC236}">
                <a16:creationId xmlns:a16="http://schemas.microsoft.com/office/drawing/2014/main" id="{28FCAB06-D472-4921-9758-63983B87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</a:t>
            </a:r>
          </a:p>
        </p:txBody>
      </p:sp>
      <p:sp>
        <p:nvSpPr>
          <p:cNvPr id="29" name="stage-3-7">
            <a:extLst xmlns:a="http://schemas.openxmlformats.org/drawingml/2006/main">
              <a:ext uri="{FF2B5EF4-FFF2-40B4-BE49-F238E27FC236}">
                <a16:creationId xmlns:a16="http://schemas.microsoft.com/office/drawing/2014/main" id="{022DD140-1717-4BDA-9C2E-7673F1C6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stage-label-3-7">
            <a:extLst xmlns:a="http://schemas.openxmlformats.org/drawingml/2006/main">
              <a:ext uri="{FF2B5EF4-FFF2-40B4-BE49-F238E27FC236}">
                <a16:creationId xmlns:a16="http://schemas.microsoft.com/office/drawing/2014/main" id="{ADC7FFC6-D5FC-44FC-B584-BC4EF7D6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3500E0-E5F0-490B-B14D-E6CC2749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大量像素命中同一逻辑页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D5B8E8-A7EB-40D2-A008-4F77CEDB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97D9A3-8E51-4BDC-A081-74DBD2FE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18ACA6-A30D-4FAE-B308-37B6083A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B5802C-FB07-482D-833E-CA14A06F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3ACF65-51EE-4D6B-9512-B65DE32C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9E53D4-F8B0-4742-9631-A940EFD8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182FF2-E8A6-4C8D-9E7F-2C6E3492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7E760C-0009-45ED-8CB0-C3D1685C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8DA6122-6F4A-47DC-BA75-DF4C20DE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D57956-515A-4482-8FF0-921BD54E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4DD833-D31C-4F00-ABC9-538E5D67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0D21CC-6CE5-4E10-A891-2D7867E6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7728F1-7D1C-4CE5-B988-C118E7FA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F4A64A-8531-4A0B-8E7D-BF1C4412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0E448C9-AFB9-4390-AB48-9EC667A1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52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600199-C404-4242-B9F3-5A14458B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52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2690AE-888E-4644-A872-B8813D05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3352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A05612-EC4B-4556-94AA-9094EF9A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CED400-D716-4FA0-828A-405B420E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352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C0D71D-AA1F-402B-AB26-EE928DF3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352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3FE4E8B-F709-430A-A13A-F2AB199C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52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ECF516B-8875-47D2-86D6-F64ADF5D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ADE3EDE-F2A6-4FCE-87B1-AFC1A7E5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752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5C045D-6802-4C82-B4DC-EE0413CA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752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BBBAE0-0DB0-4E2F-A188-8B958893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752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FE3DD1A-D7CF-4953-ABC3-B9E5DFB8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752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BE7AB42-757E-49F9-9B80-E650D479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52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5AB57C-8EAB-46DC-8CCB-5D6556B3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52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E2D9217-975E-4402-88DB-5A297AE1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152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334CE34-488F-4FEB-B218-6BB9198A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52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66B55A2-8CC0-46FB-83E0-B94A080D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52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3271ED-2D41-475B-9716-2CDA1397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152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F625AEB-4B0E-4565-9848-2AF58B52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152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9B52945-4037-4087-93D4-A442B949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152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273E490-4FF2-4196-B425-179ADB6A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152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9C11F5F-FF0F-49ED-B423-D7A31FE4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2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79319CE-36D1-4AD2-80E6-D68E7650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52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0BCB01F-CD01-4EDE-B535-3EAA7C16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552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804680E-01D7-4E15-A7BE-385FEF1C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552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16F834E-2682-4A2D-8F93-389B5BD2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52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9A24488-9C84-4E39-8E4E-9CE8B3BC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552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6DFFF97-A5B3-4042-8788-DCBBA2C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52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ED5DC47-6C5A-4DAB-86CF-8361515B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333750"/>
            <a:ext cx="800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0E8D4FB-9FDA-4DB0-85A8-628A694F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81250"/>
            <a:ext cx="2152650" cy="2381250"/>
          </a:xfrm>
          <a:prstGeom xmlns:a="http://schemas.openxmlformats.org/drawingml/2006/main" prst="roundRect">
            <a:avLst>
              <a:gd name="adj" fmla="val 619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723CF7A-F7CB-4078-9769-8A534AE2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81300"/>
            <a:ext cx="15430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3 × 3
邻域扩张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36C3DB1-319C-45C1-AFD0-86BCB3B8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69570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7F23409-210F-4545-BAF9-36B119E1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BE9A47A-A32D-43F2-8DD7-DE49053C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F170A9-C600-41F9-B1DD-BD6850E6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8145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43F2C98-0B38-4D5C-9228-174F37FE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98145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5FE39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2421877-AC58-4A46-9ACD-CED32DEB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CCCD1EC-CD65-4000-ACCA-D8C465BC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26720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DD17293-3E29-4774-8577-0467906B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6720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D2F8158-D859-4C7A-A74D-2FDFC0F4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67200"/>
            <a:ext cx="304800" cy="228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86E3A2C-5944-4891-9BA8-D76E99B0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0"/>
            <a:ext cx="800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03B97CD-90B9-4D9F-AADD-1CEFC3BD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62200"/>
            <a:ext cx="268605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6709AE5-D291-437A-BBE8-6EACA641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955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L3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67F108E-9FD8-4B03-9AF2-9DA98631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1695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unique page addresses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44A8B7A-2BAC-4304-AA93-FA44A541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86100"/>
            <a:ext cx="268605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0E8DB3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356675D-D88B-49B9-BF0F-112533B6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8DB3"/>
                </a:solidFill>
                <a:latin typeface="Microsoft YaHei"/>
                <a:ea typeface="Microsoft YaHei"/>
                <a:cs typeface="Microsoft YaHei"/>
              </a:defRPr>
            </a:pPr>
            <a:r>
              <a:t>L2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48783DC-B1DB-42FE-8559-8DC52696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19450"/>
            <a:ext cx="1695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unique page addresses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9A3DCFB-6B9F-401F-A040-BBA7B0D1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10000"/>
            <a:ext cx="268605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157697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1432A1C-612A-4970-8F86-D8615B82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697"/>
                </a:solidFill>
                <a:latin typeface="Microsoft YaHei"/>
                <a:ea typeface="Microsoft YaHei"/>
                <a:cs typeface="Microsoft YaHei"/>
              </a:defRPr>
            </a:pPr>
            <a:r>
              <a:t>L1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015E13E-D32F-4DB5-9E43-6F7EEABD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43350"/>
            <a:ext cx="1695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unique page addresses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6CAE8A0-FE43-4AF1-B461-7D7DA77B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268605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DAA1CF5-F7AB-4918-97F9-1FB990B5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672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L0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ED13D0F-EF9C-4036-8EF7-FC685CD7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1695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unique page addresses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54C3A83-70F9-447B-958F-3757AE9F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143500"/>
            <a:ext cx="590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65,536 threads scan logical pages once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5405C56-A912-4A48-90A5-035B031E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524500"/>
            <a:ext cx="590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结果：每级独立的 compact request segment</a:t>
            </a:r>
          </a:p>
        </p:txBody>
      </p:sp>
    </p:spTree>
    <p:extLst>
      <p:ext uri="{BB962C8B-B14F-4D97-AF65-F5344CB8AC3E}">
        <p14:creationId xmlns:p14="http://schemas.microsoft.com/office/powerpoint/2010/main" val="5043184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background-13">
            <a:extLst xmlns:a="http://schemas.openxmlformats.org/drawingml/2006/main">
              <a:ext uri="{FF2B5EF4-FFF2-40B4-BE49-F238E27FC236}">
                <a16:creationId xmlns:a16="http://schemas.microsoft.com/office/drawing/2014/main" id="{C2411DBE-93F8-4D97-A723-EB218649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3">
            <a:extLst xmlns:a="http://schemas.openxmlformats.org/drawingml/2006/main">
              <a:ext uri="{FF2B5EF4-FFF2-40B4-BE49-F238E27FC236}">
                <a16:creationId xmlns:a16="http://schemas.microsoft.com/office/drawing/2014/main" id="{2DDF0A23-8FC5-42B4-8945-E3516021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3">
            <a:extLst xmlns:a="http://schemas.openxmlformats.org/drawingml/2006/main">
              <a:ext uri="{FF2B5EF4-FFF2-40B4-BE49-F238E27FC236}">
                <a16:creationId xmlns:a16="http://schemas.microsoft.com/office/drawing/2014/main" id="{860F9EE1-F523-4571-A931-982A2896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3">
            <a:extLst xmlns:a="http://schemas.openxmlformats.org/drawingml/2006/main">
              <a:ext uri="{FF2B5EF4-FFF2-40B4-BE49-F238E27FC236}">
                <a16:creationId xmlns:a16="http://schemas.microsoft.com/office/drawing/2014/main" id="{CAE45DB3-D144-43C2-9F65-AF09B328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先解析粗级命中，才能守住阴影覆盖底线</a:t>
            </a:r>
          </a:p>
        </p:txBody>
      </p:sp>
      <p:cxnSp>
        <p:nvCxnSpPr>
          <p:cNvPr id="93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3">
            <a:extLst xmlns:a="http://schemas.openxmlformats.org/drawingml/2006/main">
              <a:ext uri="{FF2B5EF4-FFF2-40B4-BE49-F238E27FC236}">
                <a16:creationId xmlns:a16="http://schemas.microsoft.com/office/drawing/2014/main" id="{65694B29-D863-4C47-B06B-FE198145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GpuVirtualShadowRenderPass.cpp:444–473, 652–690</a:t>
            </a:r>
          </a:p>
        </p:txBody>
      </p:sp>
      <p:sp>
        <p:nvSpPr>
          <p:cNvPr id="7" name="page-13">
            <a:extLst xmlns:a="http://schemas.openxmlformats.org/drawingml/2006/main">
              <a:ext uri="{FF2B5EF4-FFF2-40B4-BE49-F238E27FC236}">
                <a16:creationId xmlns:a16="http://schemas.microsoft.com/office/drawing/2014/main" id="{51605B4D-C104-43A7-872A-2068C7A9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13</a:t>
            </a:r>
          </a:p>
        </p:txBody>
      </p:sp>
      <p:sp>
        <p:nvSpPr>
          <p:cNvPr id="8" name="stage-arrow-4-0">
            <a:extLst xmlns:a="http://schemas.openxmlformats.org/drawingml/2006/main">
              <a:ext uri="{FF2B5EF4-FFF2-40B4-BE49-F238E27FC236}">
                <a16:creationId xmlns:a16="http://schemas.microsoft.com/office/drawing/2014/main" id="{30C0B8E4-3AA4-409E-879A-F12938BE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arrow-4-1">
            <a:extLst xmlns:a="http://schemas.openxmlformats.org/drawingml/2006/main">
              <a:ext uri="{FF2B5EF4-FFF2-40B4-BE49-F238E27FC236}">
                <a16:creationId xmlns:a16="http://schemas.microsoft.com/office/drawing/2014/main" id="{3A16744F-9ADC-4592-8221-D3CDFC77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arrow-4-2">
            <a:extLst xmlns:a="http://schemas.openxmlformats.org/drawingml/2006/main">
              <a:ext uri="{FF2B5EF4-FFF2-40B4-BE49-F238E27FC236}">
                <a16:creationId xmlns:a16="http://schemas.microsoft.com/office/drawing/2014/main" id="{EA2EB196-E6A3-443C-AC7C-B18F730A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arrow-4-3">
            <a:extLst xmlns:a="http://schemas.openxmlformats.org/drawingml/2006/main">
              <a:ext uri="{FF2B5EF4-FFF2-40B4-BE49-F238E27FC236}">
                <a16:creationId xmlns:a16="http://schemas.microsoft.com/office/drawing/2014/main" id="{20F299CE-EB9C-4EFE-8F51-0186A3B6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arrow-4-4">
            <a:extLst xmlns:a="http://schemas.openxmlformats.org/drawingml/2006/main">
              <a:ext uri="{FF2B5EF4-FFF2-40B4-BE49-F238E27FC236}">
                <a16:creationId xmlns:a16="http://schemas.microsoft.com/office/drawing/2014/main" id="{84748B45-C057-4ACC-89DB-139547A1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arrow-4-5">
            <a:extLst xmlns:a="http://schemas.openxmlformats.org/drawingml/2006/main">
              <a:ext uri="{FF2B5EF4-FFF2-40B4-BE49-F238E27FC236}">
                <a16:creationId xmlns:a16="http://schemas.microsoft.com/office/drawing/2014/main" id="{469CD72A-0830-4A05-98AB-94E19DB0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arrow-4-6">
            <a:extLst xmlns:a="http://schemas.openxmlformats.org/drawingml/2006/main">
              <a:ext uri="{FF2B5EF4-FFF2-40B4-BE49-F238E27FC236}">
                <a16:creationId xmlns:a16="http://schemas.microsoft.com/office/drawing/2014/main" id="{3367F637-600B-41DA-924D-8C30C0DC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4-0">
            <a:extLst xmlns:a="http://schemas.openxmlformats.org/drawingml/2006/main">
              <a:ext uri="{FF2B5EF4-FFF2-40B4-BE49-F238E27FC236}">
                <a16:creationId xmlns:a16="http://schemas.microsoft.com/office/drawing/2014/main" id="{B1BFC61B-C0C0-46C4-890B-EFDF19E7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stage-label-4-0">
            <a:extLst xmlns:a="http://schemas.openxmlformats.org/drawingml/2006/main">
              <a:ext uri="{FF2B5EF4-FFF2-40B4-BE49-F238E27FC236}">
                <a16:creationId xmlns:a16="http://schemas.microsoft.com/office/drawing/2014/main" id="{8601239D-D22C-4838-9736-344D0057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7" name="stage-4-1">
            <a:extLst xmlns:a="http://schemas.openxmlformats.org/drawingml/2006/main">
              <a:ext uri="{FF2B5EF4-FFF2-40B4-BE49-F238E27FC236}">
                <a16:creationId xmlns:a16="http://schemas.microsoft.com/office/drawing/2014/main" id="{24B2C682-87E6-4498-80B4-6D0B2C3A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8" name="stage-label-4-1">
            <a:extLst xmlns:a="http://schemas.openxmlformats.org/drawingml/2006/main">
              <a:ext uri="{FF2B5EF4-FFF2-40B4-BE49-F238E27FC236}">
                <a16:creationId xmlns:a16="http://schemas.microsoft.com/office/drawing/2014/main" id="{8B918797-582C-4879-BD91-C18CCAE9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19" name="stage-4-2">
            <a:extLst xmlns:a="http://schemas.openxmlformats.org/drawingml/2006/main">
              <a:ext uri="{FF2B5EF4-FFF2-40B4-BE49-F238E27FC236}">
                <a16:creationId xmlns:a16="http://schemas.microsoft.com/office/drawing/2014/main" id="{6E51CB59-5829-4391-99A3-D426948F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0" name="stage-label-4-2">
            <a:extLst xmlns:a="http://schemas.openxmlformats.org/drawingml/2006/main">
              <a:ext uri="{FF2B5EF4-FFF2-40B4-BE49-F238E27FC236}">
                <a16:creationId xmlns:a16="http://schemas.microsoft.com/office/drawing/2014/main" id="{B077EF38-BFE6-4321-A279-FC409390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1" name="stage-4-3">
            <a:extLst xmlns:a="http://schemas.openxmlformats.org/drawingml/2006/main">
              <a:ext uri="{FF2B5EF4-FFF2-40B4-BE49-F238E27FC236}">
                <a16:creationId xmlns:a16="http://schemas.microsoft.com/office/drawing/2014/main" id="{DC1D5295-73D8-4901-91F6-6C317CA4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2" name="stage-label-4-3">
            <a:extLst xmlns:a="http://schemas.openxmlformats.org/drawingml/2006/main">
              <a:ext uri="{FF2B5EF4-FFF2-40B4-BE49-F238E27FC236}">
                <a16:creationId xmlns:a16="http://schemas.microsoft.com/office/drawing/2014/main" id="{3B8344B7-BA97-4779-9F7A-E74DCB1E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3" name="stage-4-4">
            <a:extLst xmlns:a="http://schemas.openxmlformats.org/drawingml/2006/main">
              <a:ext uri="{FF2B5EF4-FFF2-40B4-BE49-F238E27FC236}">
                <a16:creationId xmlns:a16="http://schemas.microsoft.com/office/drawing/2014/main" id="{F494D5AB-1581-44C8-AD86-AC21275F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4" name="stage-label-4-4">
            <a:extLst xmlns:a="http://schemas.openxmlformats.org/drawingml/2006/main">
              <a:ext uri="{FF2B5EF4-FFF2-40B4-BE49-F238E27FC236}">
                <a16:creationId xmlns:a16="http://schemas.microsoft.com/office/drawing/2014/main" id="{5922539D-9715-48EB-AC32-FB51D8BF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</a:t>
            </a:r>
          </a:p>
        </p:txBody>
      </p:sp>
      <p:sp>
        <p:nvSpPr>
          <p:cNvPr id="25" name="stage-4-5">
            <a:extLst xmlns:a="http://schemas.openxmlformats.org/drawingml/2006/main">
              <a:ext uri="{FF2B5EF4-FFF2-40B4-BE49-F238E27FC236}">
                <a16:creationId xmlns:a16="http://schemas.microsoft.com/office/drawing/2014/main" id="{047755E8-DE91-4879-99B5-55F3DF58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6" name="stage-label-4-5">
            <a:extLst xmlns:a="http://schemas.openxmlformats.org/drawingml/2006/main">
              <a:ext uri="{FF2B5EF4-FFF2-40B4-BE49-F238E27FC236}">
                <a16:creationId xmlns:a16="http://schemas.microsoft.com/office/drawing/2014/main" id="{A435E5F6-F2BD-4BB2-AA18-DE6536E3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</a:t>
            </a:r>
          </a:p>
        </p:txBody>
      </p:sp>
      <p:sp>
        <p:nvSpPr>
          <p:cNvPr id="27" name="stage-4-6">
            <a:extLst xmlns:a="http://schemas.openxmlformats.org/drawingml/2006/main">
              <a:ext uri="{FF2B5EF4-FFF2-40B4-BE49-F238E27FC236}">
                <a16:creationId xmlns:a16="http://schemas.microsoft.com/office/drawing/2014/main" id="{5757B45F-E315-4D23-9099-EFDFD08E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8" name="stage-label-4-6">
            <a:extLst xmlns:a="http://schemas.openxmlformats.org/drawingml/2006/main">
              <a:ext uri="{FF2B5EF4-FFF2-40B4-BE49-F238E27FC236}">
                <a16:creationId xmlns:a16="http://schemas.microsoft.com/office/drawing/2014/main" id="{151A8244-E17B-4C9A-ABFE-63200A43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</a:t>
            </a:r>
          </a:p>
        </p:txBody>
      </p:sp>
      <p:sp>
        <p:nvSpPr>
          <p:cNvPr id="29" name="stage-4-7">
            <a:extLst xmlns:a="http://schemas.openxmlformats.org/drawingml/2006/main">
              <a:ext uri="{FF2B5EF4-FFF2-40B4-BE49-F238E27FC236}">
                <a16:creationId xmlns:a16="http://schemas.microsoft.com/office/drawing/2014/main" id="{82DE6507-189F-465F-952A-17BAADFE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stage-label-4-7">
            <a:extLst xmlns:a="http://schemas.openxmlformats.org/drawingml/2006/main">
              <a:ext uri="{FF2B5EF4-FFF2-40B4-BE49-F238E27FC236}">
                <a16:creationId xmlns:a16="http://schemas.microsoft.com/office/drawing/2014/main" id="{141541FB-E460-452E-AE34-40117AF8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0236CE-5970-4E95-BDAD-CD83AFF8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514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L3</a:t>
            </a:r>
          </a:p>
        </p:txBody>
      </p:sp>
      <p:cxnSp>
        <p:nvCxnSpPr>
          <p:cNvPr id="120" name=""/>
          <p:cNvCxnSpPr/>
          <p:nvPr/>
        </p:nvCxnSpPr>
        <p:spPr>
          <a:xfrm xmlns:a="http://schemas.openxmlformats.org/drawingml/2006/main">
            <a:off x="1485900" y="2609850"/>
            <a:ext cx="1524000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16C"/>
            </a:solidFill>
            <a:prstDash val="soli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F84566-D0B2-4FAA-9233-B5A55C47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241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A9F776-5678-4C56-8894-91732D70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860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310E32-1625-4FC7-8025-411D5907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241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197A45-74CA-4B4F-9BA5-7C02B326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4860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7D666A-DEE2-4B2B-998E-19B67936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241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161A33-9768-41DD-A50C-6A046D51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860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037AEF-A358-45E6-8453-3D54197F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241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70C5FF-E676-4560-91C8-8FE1217C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860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F6C315-0C11-4AAB-BB91-19FEB515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241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0BEABC-F902-4903-8AF4-2D72999D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860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18D5ED-88B3-40B5-9C18-1B2A01F5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1460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793B78F-E891-499A-BBE2-1D797B09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47925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4 hit · 1 miss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9B5406-36CE-4935-A5E8-EA300179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28975"/>
            <a:ext cx="514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L2</a:t>
            </a:r>
          </a:p>
        </p:txBody>
      </p:sp>
      <p:cxnSp>
        <p:nvCxnSpPr>
          <p:cNvPr id="134" name=""/>
          <p:cNvCxnSpPr/>
          <p:nvPr/>
        </p:nvCxnSpPr>
        <p:spPr>
          <a:xfrm xmlns:a="http://schemas.openxmlformats.org/drawingml/2006/main">
            <a:off x="1485900" y="3409950"/>
            <a:ext cx="1524000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16C"/>
            </a:solidFill>
            <a:prstDash val="solid"/>
          </a:ln>
        </p:spPr>
      </p:cxn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B0527E-96FA-48EA-A22F-6A8EFE1B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242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C6D4247-FEDA-40CA-BE98-F016A1D0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861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71E6B89-7FB3-4213-9EC3-B583C513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242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AB39B8-C328-4950-8B20-DA5C3360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861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B4FAB8-7EBD-41C5-9940-F03CE9E2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242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05893C-DEAA-4BE9-8592-A117EDA8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861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29F171F-DD4C-4580-A59A-D838F172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242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D875D17-9832-4A66-8A99-4A0366E5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861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18A761F-D4CE-4DE3-B2C3-60BA3826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242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ADB11B3-63F1-4F7B-B903-DAB54AAB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861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D390B41-6023-4408-AB5C-473FEDF9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1470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D898B47-9965-4661-A0DF-059764B0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48025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3 hit · 2 miss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8E542C2-0F01-4769-8CC2-2CE4D41C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29075"/>
            <a:ext cx="514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L1</a:t>
            </a:r>
          </a:p>
        </p:txBody>
      </p:sp>
      <p:cxnSp>
        <p:nvCxnSpPr>
          <p:cNvPr id="148" name=""/>
          <p:cNvCxnSpPr/>
          <p:nvPr/>
        </p:nvCxnSpPr>
        <p:spPr>
          <a:xfrm xmlns:a="http://schemas.openxmlformats.org/drawingml/2006/main">
            <a:off x="1485900" y="4210050"/>
            <a:ext cx="1524000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16C"/>
            </a:solidFill>
            <a:prstDash val="solid"/>
          </a:ln>
        </p:spPr>
      </p:cxn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9269A1A-4CA3-46EF-8082-D635CFCD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9243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AD5F15F-FDC7-42A4-9AB7-AFDD1002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862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A2FAB5E-ED07-4E42-ABF7-4C5BF203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243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2D2FCED-C9EF-4CFF-9314-BF85646E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862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1BF0DD2-7106-4263-8077-79CC5748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243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5BEE422-B794-470B-814D-C862716B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862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382AB5C-1F3E-4926-9B87-5E4389AD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243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3F0ADF2-B2A9-4A8B-93D0-068F4BB5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862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DCC7F1B-34E1-4957-B8FC-C1E3161F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9243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C51C1B-5AA1-4863-8C66-CA8B1095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8B4513C-9303-490F-9DB0-E6CC3722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11480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DF9BE33-B9CE-414A-89A2-06CBE27C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48125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2 hit · 3 miss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F2AC91D-2C72-4502-BAF2-9550D929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514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L0</a:t>
            </a:r>
          </a:p>
        </p:txBody>
      </p:sp>
      <p:cxnSp>
        <p:nvCxnSpPr>
          <p:cNvPr id="162" name=""/>
          <p:cNvCxnSpPr/>
          <p:nvPr/>
        </p:nvCxnSpPr>
        <p:spPr>
          <a:xfrm xmlns:a="http://schemas.openxmlformats.org/drawingml/2006/main">
            <a:off x="1485900" y="5010150"/>
            <a:ext cx="1524000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16C"/>
            </a:solidFill>
            <a:prstDash val="solid"/>
          </a:ln>
        </p:spPr>
      </p:cxn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E6E6419-94A2-4363-8EC1-098194B2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244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F85CC5A-F48C-4CBC-B98A-76A23B6C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863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HIT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46135BA-49DC-4AF9-A8F8-DEC3E376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7244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007D0B9-A169-4387-B4CB-E63437B9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863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EF5602F-AA8C-47C7-87A9-90AC9668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244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79B0A44-F458-4E2A-9EEF-E3E99894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863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E712BA9-F6D2-4C5A-9819-4B34ABBE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244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BF42821-FCE9-4230-8D76-F7F3134D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863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219027D-3A52-46B9-B79C-AA9CF7FC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24400"/>
            <a:ext cx="60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B5BF0B0-4AFA-4840-B67F-5B0A43D5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86325"/>
            <a:ext cx="609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170944C-AE28-4659-9BAA-34C28060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1490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597BAC8-7A2F-45F0-8631-E7069AF2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48225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1 hit · 4 miss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870EB25-B79E-475B-B408-038840F4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102108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1EA82A5-9BD5-4BAF-BA2F-41F2F38D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81675"/>
            <a:ext cx="97536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先处理粗级命中，避免细级已驻留页提前 pin 住物理池。</a:t>
            </a:r>
          </a:p>
        </p:txBody>
      </p:sp>
    </p:spTree>
    <p:extLst>
      <p:ext uri="{BB962C8B-B14F-4D97-AF65-F5344CB8AC3E}">
        <p14:creationId xmlns:p14="http://schemas.microsoft.com/office/powerpoint/2010/main" val="17663280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background-14">
            <a:extLst xmlns:a="http://schemas.openxmlformats.org/drawingml/2006/main">
              <a:ext uri="{FF2B5EF4-FFF2-40B4-BE49-F238E27FC236}">
                <a16:creationId xmlns:a16="http://schemas.microsoft.com/office/drawing/2014/main" id="{814FB146-188F-42B6-BF46-52F86E0C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4">
            <a:extLst xmlns:a="http://schemas.openxmlformats.org/drawingml/2006/main">
              <a:ext uri="{FF2B5EF4-FFF2-40B4-BE49-F238E27FC236}">
                <a16:creationId xmlns:a16="http://schemas.microsoft.com/office/drawing/2014/main" id="{3B5504C1-4525-4D84-BF8C-67B467A2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4">
            <a:extLst xmlns:a="http://schemas.openxmlformats.org/drawingml/2006/main">
              <a:ext uri="{FF2B5EF4-FFF2-40B4-BE49-F238E27FC236}">
                <a16:creationId xmlns:a16="http://schemas.microsoft.com/office/drawing/2014/main" id="{65A48465-2B3F-43C9-A279-2DEDFB17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4">
            <a:extLst xmlns:a="http://schemas.openxmlformats.org/drawingml/2006/main">
              <a:ext uri="{FF2B5EF4-FFF2-40B4-BE49-F238E27FC236}">
                <a16:creationId xmlns:a16="http://schemas.microsoft.com/office/drawing/2014/main" id="{5AA1B414-0A6C-4879-816F-18EDDDD4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Miss 才进入分配：空闲页优先，必要时驱逐</a:t>
            </a:r>
          </a:p>
        </p:txBody>
      </p:sp>
      <p:cxnSp>
        <p:nvCxnSpPr>
          <p:cNvPr id="56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4">
            <a:extLst xmlns:a="http://schemas.openxmlformats.org/drawingml/2006/main">
              <a:ext uri="{FF2B5EF4-FFF2-40B4-BE49-F238E27FC236}">
                <a16:creationId xmlns:a16="http://schemas.microsoft.com/office/drawing/2014/main" id="{456922A4-7EF1-4ADB-AE05-F12E649B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GpuVirtualShadowRenderPass.cpp:693–731 · GPU VSM Design:216–230</a:t>
            </a:r>
          </a:p>
        </p:txBody>
      </p:sp>
      <p:sp>
        <p:nvSpPr>
          <p:cNvPr id="7" name="page-14">
            <a:extLst xmlns:a="http://schemas.openxmlformats.org/drawingml/2006/main">
              <a:ext uri="{FF2B5EF4-FFF2-40B4-BE49-F238E27FC236}">
                <a16:creationId xmlns:a16="http://schemas.microsoft.com/office/drawing/2014/main" id="{37B3FE7D-62E8-4BBD-94AE-A25BE9C0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14</a:t>
            </a:r>
          </a:p>
        </p:txBody>
      </p:sp>
      <p:sp>
        <p:nvSpPr>
          <p:cNvPr id="8" name="stage-arrow-5-0">
            <a:extLst xmlns:a="http://schemas.openxmlformats.org/drawingml/2006/main">
              <a:ext uri="{FF2B5EF4-FFF2-40B4-BE49-F238E27FC236}">
                <a16:creationId xmlns:a16="http://schemas.microsoft.com/office/drawing/2014/main" id="{F1973370-4B54-45F0-9633-E65F1CDF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arrow-5-1">
            <a:extLst xmlns:a="http://schemas.openxmlformats.org/drawingml/2006/main">
              <a:ext uri="{FF2B5EF4-FFF2-40B4-BE49-F238E27FC236}">
                <a16:creationId xmlns:a16="http://schemas.microsoft.com/office/drawing/2014/main" id="{E21CA10B-CFE0-46F2-9A31-2DCCA7EF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arrow-5-2">
            <a:extLst xmlns:a="http://schemas.openxmlformats.org/drawingml/2006/main">
              <a:ext uri="{FF2B5EF4-FFF2-40B4-BE49-F238E27FC236}">
                <a16:creationId xmlns:a16="http://schemas.microsoft.com/office/drawing/2014/main" id="{28002D97-2154-4E44-86C9-9297B19D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arrow-5-3">
            <a:extLst xmlns:a="http://schemas.openxmlformats.org/drawingml/2006/main">
              <a:ext uri="{FF2B5EF4-FFF2-40B4-BE49-F238E27FC236}">
                <a16:creationId xmlns:a16="http://schemas.microsoft.com/office/drawing/2014/main" id="{B7D9B233-1FEC-46A3-A38D-73A5A009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arrow-5-4">
            <a:extLst xmlns:a="http://schemas.openxmlformats.org/drawingml/2006/main">
              <a:ext uri="{FF2B5EF4-FFF2-40B4-BE49-F238E27FC236}">
                <a16:creationId xmlns:a16="http://schemas.microsoft.com/office/drawing/2014/main" id="{0E3DA759-6D40-4980-9BDE-5DB7626E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arrow-5-5">
            <a:extLst xmlns:a="http://schemas.openxmlformats.org/drawingml/2006/main">
              <a:ext uri="{FF2B5EF4-FFF2-40B4-BE49-F238E27FC236}">
                <a16:creationId xmlns:a16="http://schemas.microsoft.com/office/drawing/2014/main" id="{038CB956-37BA-4E73-B2EE-AA95610F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arrow-5-6">
            <a:extLst xmlns:a="http://schemas.openxmlformats.org/drawingml/2006/main">
              <a:ext uri="{FF2B5EF4-FFF2-40B4-BE49-F238E27FC236}">
                <a16:creationId xmlns:a16="http://schemas.microsoft.com/office/drawing/2014/main" id="{E5B35018-4304-44DE-A26C-9B4AEDF2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5-0">
            <a:extLst xmlns:a="http://schemas.openxmlformats.org/drawingml/2006/main">
              <a:ext uri="{FF2B5EF4-FFF2-40B4-BE49-F238E27FC236}">
                <a16:creationId xmlns:a16="http://schemas.microsoft.com/office/drawing/2014/main" id="{DA12A937-4B9A-4A43-AB3D-10322313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stage-label-5-0">
            <a:extLst xmlns:a="http://schemas.openxmlformats.org/drawingml/2006/main">
              <a:ext uri="{FF2B5EF4-FFF2-40B4-BE49-F238E27FC236}">
                <a16:creationId xmlns:a16="http://schemas.microsoft.com/office/drawing/2014/main" id="{E3DAB94C-E649-4135-AD55-16EC6466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7" name="stage-5-1">
            <a:extLst xmlns:a="http://schemas.openxmlformats.org/drawingml/2006/main">
              <a:ext uri="{FF2B5EF4-FFF2-40B4-BE49-F238E27FC236}">
                <a16:creationId xmlns:a16="http://schemas.microsoft.com/office/drawing/2014/main" id="{6374046C-8C88-471A-B70F-B2F39BF6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8" name="stage-label-5-1">
            <a:extLst xmlns:a="http://schemas.openxmlformats.org/drawingml/2006/main">
              <a:ext uri="{FF2B5EF4-FFF2-40B4-BE49-F238E27FC236}">
                <a16:creationId xmlns:a16="http://schemas.microsoft.com/office/drawing/2014/main" id="{69141286-0756-4CF9-AEFE-3512DAB2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19" name="stage-5-2">
            <a:extLst xmlns:a="http://schemas.openxmlformats.org/drawingml/2006/main">
              <a:ext uri="{FF2B5EF4-FFF2-40B4-BE49-F238E27FC236}">
                <a16:creationId xmlns:a16="http://schemas.microsoft.com/office/drawing/2014/main" id="{B22A82D0-EB2C-487F-BC47-BB18FF93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0" name="stage-label-5-2">
            <a:extLst xmlns:a="http://schemas.openxmlformats.org/drawingml/2006/main">
              <a:ext uri="{FF2B5EF4-FFF2-40B4-BE49-F238E27FC236}">
                <a16:creationId xmlns:a16="http://schemas.microsoft.com/office/drawing/2014/main" id="{02FBA741-B9A2-41DD-AACA-129FEA13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1" name="stage-5-3">
            <a:extLst xmlns:a="http://schemas.openxmlformats.org/drawingml/2006/main">
              <a:ext uri="{FF2B5EF4-FFF2-40B4-BE49-F238E27FC236}">
                <a16:creationId xmlns:a16="http://schemas.microsoft.com/office/drawing/2014/main" id="{C3F25DD8-B2D9-47E5-9C77-AA73E84C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2" name="stage-label-5-3">
            <a:extLst xmlns:a="http://schemas.openxmlformats.org/drawingml/2006/main">
              <a:ext uri="{FF2B5EF4-FFF2-40B4-BE49-F238E27FC236}">
                <a16:creationId xmlns:a16="http://schemas.microsoft.com/office/drawing/2014/main" id="{5277A449-5F0F-4A21-A64A-509A9906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3" name="stage-5-4">
            <a:extLst xmlns:a="http://schemas.openxmlformats.org/drawingml/2006/main">
              <a:ext uri="{FF2B5EF4-FFF2-40B4-BE49-F238E27FC236}">
                <a16:creationId xmlns:a16="http://schemas.microsoft.com/office/drawing/2014/main" id="{D7D028B6-BE6A-413F-A6EB-2726A201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stage-label-5-4">
            <a:extLst xmlns:a="http://schemas.openxmlformats.org/drawingml/2006/main">
              <a:ext uri="{FF2B5EF4-FFF2-40B4-BE49-F238E27FC236}">
                <a16:creationId xmlns:a16="http://schemas.microsoft.com/office/drawing/2014/main" id="{F4C7AEA6-6E8B-4D81-A083-43344F88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</a:t>
            </a:r>
          </a:p>
        </p:txBody>
      </p:sp>
      <p:sp>
        <p:nvSpPr>
          <p:cNvPr id="25" name="stage-5-5">
            <a:extLst xmlns:a="http://schemas.openxmlformats.org/drawingml/2006/main">
              <a:ext uri="{FF2B5EF4-FFF2-40B4-BE49-F238E27FC236}">
                <a16:creationId xmlns:a16="http://schemas.microsoft.com/office/drawing/2014/main" id="{1B6A9027-6627-4C2B-99E6-3C22AAFD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6" name="stage-label-5-5">
            <a:extLst xmlns:a="http://schemas.openxmlformats.org/drawingml/2006/main">
              <a:ext uri="{FF2B5EF4-FFF2-40B4-BE49-F238E27FC236}">
                <a16:creationId xmlns:a16="http://schemas.microsoft.com/office/drawing/2014/main" id="{BE5E6346-7BA1-4DDD-AA80-B4AF71CD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</a:t>
            </a:r>
          </a:p>
        </p:txBody>
      </p:sp>
      <p:sp>
        <p:nvSpPr>
          <p:cNvPr id="27" name="stage-5-6">
            <a:extLst xmlns:a="http://schemas.openxmlformats.org/drawingml/2006/main">
              <a:ext uri="{FF2B5EF4-FFF2-40B4-BE49-F238E27FC236}">
                <a16:creationId xmlns:a16="http://schemas.microsoft.com/office/drawing/2014/main" id="{1898941D-0694-4F0A-A6C8-AB8F3708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8" name="stage-label-5-6">
            <a:extLst xmlns:a="http://schemas.openxmlformats.org/drawingml/2006/main">
              <a:ext uri="{FF2B5EF4-FFF2-40B4-BE49-F238E27FC236}">
                <a16:creationId xmlns:a16="http://schemas.microsoft.com/office/drawing/2014/main" id="{50BD7788-52C1-4878-AEDE-9DC128D3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</a:t>
            </a:r>
          </a:p>
        </p:txBody>
      </p:sp>
      <p:sp>
        <p:nvSpPr>
          <p:cNvPr id="29" name="stage-5-7">
            <a:extLst xmlns:a="http://schemas.openxmlformats.org/drawingml/2006/main">
              <a:ext uri="{FF2B5EF4-FFF2-40B4-BE49-F238E27FC236}">
                <a16:creationId xmlns:a16="http://schemas.microsoft.com/office/drawing/2014/main" id="{5B72B038-FAA8-4189-BE97-3D7038D0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stage-label-5-7">
            <a:extLst xmlns:a="http://schemas.openxmlformats.org/drawingml/2006/main">
              <a:ext uri="{FF2B5EF4-FFF2-40B4-BE49-F238E27FC236}">
                <a16:creationId xmlns:a16="http://schemas.microsoft.com/office/drawing/2014/main" id="{2C889E0A-D626-4216-A5C8-8084EF50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502277-FDDE-448C-9D2E-2F1B4BF8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2860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77A863-862F-4042-B77F-1B35B4EE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62225"/>
            <a:ext cx="228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MISS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43C456-8524-462F-9E79-61349F85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762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7F99EA-3559-4620-99A2-28D2E33A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14550"/>
            <a:ext cx="2876550" cy="1219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25C0D3-1371-4389-9516-505CD83B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81250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Free page available?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C3DB0B-3753-4FDE-8388-34624B50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00350"/>
            <a:ext cx="2305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allocator scan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EE3B62-8402-49E5-8FFD-B47044F3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305050"/>
            <a:ext cx="8191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43EF5C-2367-4F0C-9973-E5E22063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09900"/>
            <a:ext cx="8191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93ABA6-3D79-4FDA-9C5C-DA18D909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05000"/>
            <a:ext cx="29718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9B34F1-C80B-4D27-BCED-77B36091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28850"/>
            <a:ext cx="2438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YES · allocate free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2B5D97-A003-45E3-A87B-1FAD7891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297180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332719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75D4A2-22E5-40D3-A82C-DD09004E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95650"/>
            <a:ext cx="2438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NO · evict oldest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93D1E7-786B-4695-A04F-E9838532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76650"/>
            <a:ext cx="2438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必须是本帧未 requested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A933F8-6010-4E47-8CB2-57651C06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210050"/>
            <a:ext cx="266700" cy="590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596E283-2374-4BBB-BCD3-15F3A1F2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14900"/>
            <a:ext cx="29718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351D23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250EE2-92EB-46BA-BC8D-3784FD08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162550"/>
            <a:ext cx="2438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全部 pinned → missing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A79FB2-641F-4CAC-8038-58EA0C36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71900"/>
            <a:ext cx="6248400" cy="1924050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57325D-679F-4016-9F83-3D547758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19550"/>
            <a:ext cx="95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写入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F42E61E-62C9-4152-99A5-827E5EC5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54673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DensePageTable[logical] = physical + 1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859BBF-8B40-4281-A24E-871A7A9B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54673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PhysicalPage.key / lastUsed / flags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AE73FCF-A3F9-4AB3-BB84-EAFA5015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38750"/>
            <a:ext cx="5467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新映射设置 dirty = 1</a:t>
            </a:r>
          </a:p>
        </p:txBody>
      </p:sp>
    </p:spTree>
    <p:extLst>
      <p:ext uri="{BB962C8B-B14F-4D97-AF65-F5344CB8AC3E}">
        <p14:creationId xmlns:p14="http://schemas.microsoft.com/office/powerpoint/2010/main" val="17898703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background-15">
            <a:extLst xmlns:a="http://schemas.openxmlformats.org/drawingml/2006/main">
              <a:ext uri="{FF2B5EF4-FFF2-40B4-BE49-F238E27FC236}">
                <a16:creationId xmlns:a16="http://schemas.microsoft.com/office/drawing/2014/main" id="{B18E5799-1D74-40D2-8F6F-CE3CFA70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5">
            <a:extLst xmlns:a="http://schemas.openxmlformats.org/drawingml/2006/main">
              <a:ext uri="{FF2B5EF4-FFF2-40B4-BE49-F238E27FC236}">
                <a16:creationId xmlns:a16="http://schemas.microsoft.com/office/drawing/2014/main" id="{ABA64F02-0E92-41A4-928D-DC43666D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5">
            <a:extLst xmlns:a="http://schemas.openxmlformats.org/drawingml/2006/main">
              <a:ext uri="{FF2B5EF4-FFF2-40B4-BE49-F238E27FC236}">
                <a16:creationId xmlns:a16="http://schemas.microsoft.com/office/drawing/2014/main" id="{2D97A368-D644-4A11-BE5D-945C8F6E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5">
            <a:extLst xmlns:a="http://schemas.openxmlformats.org/drawingml/2006/main">
              <a:ext uri="{FF2B5EF4-FFF2-40B4-BE49-F238E27FC236}">
                <a16:creationId xmlns:a16="http://schemas.microsoft.com/office/drawing/2014/main" id="{E1CA0997-D7A0-45B1-8D1F-1736A6E2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无 Readback：实例化绘制覆盖所有物理页</a:t>
            </a:r>
          </a:p>
        </p:txBody>
      </p:sp>
      <p:cxnSp>
        <p:nvCxnSpPr>
          <p:cNvPr id="78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5">
            <a:extLst xmlns:a="http://schemas.openxmlformats.org/drawingml/2006/main">
              <a:ext uri="{FF2B5EF4-FFF2-40B4-BE49-F238E27FC236}">
                <a16:creationId xmlns:a16="http://schemas.microsoft.com/office/drawing/2014/main" id="{63A2DD98-AFF0-4749-BAA9-5DC45FB6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GpuVirtualShadowRenderPass.cpp:734–783 · VirtualShadowTypes.h:17</a:t>
            </a:r>
          </a:p>
        </p:txBody>
      </p:sp>
      <p:sp>
        <p:nvSpPr>
          <p:cNvPr id="7" name="page-15">
            <a:extLst xmlns:a="http://schemas.openxmlformats.org/drawingml/2006/main">
              <a:ext uri="{FF2B5EF4-FFF2-40B4-BE49-F238E27FC236}">
                <a16:creationId xmlns:a16="http://schemas.microsoft.com/office/drawing/2014/main" id="{CD9BFD40-D19B-4489-98C9-F2C4DA76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15</a:t>
            </a:r>
          </a:p>
        </p:txBody>
      </p:sp>
      <p:sp>
        <p:nvSpPr>
          <p:cNvPr id="8" name="stage-arrow-6-0">
            <a:extLst xmlns:a="http://schemas.openxmlformats.org/drawingml/2006/main">
              <a:ext uri="{FF2B5EF4-FFF2-40B4-BE49-F238E27FC236}">
                <a16:creationId xmlns:a16="http://schemas.microsoft.com/office/drawing/2014/main" id="{E7136BD0-6A5A-4C6C-9A1B-0D8F4E90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arrow-6-1">
            <a:extLst xmlns:a="http://schemas.openxmlformats.org/drawingml/2006/main">
              <a:ext uri="{FF2B5EF4-FFF2-40B4-BE49-F238E27FC236}">
                <a16:creationId xmlns:a16="http://schemas.microsoft.com/office/drawing/2014/main" id="{404BE60B-1641-4A98-8A99-CABD0AD9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arrow-6-2">
            <a:extLst xmlns:a="http://schemas.openxmlformats.org/drawingml/2006/main">
              <a:ext uri="{FF2B5EF4-FFF2-40B4-BE49-F238E27FC236}">
                <a16:creationId xmlns:a16="http://schemas.microsoft.com/office/drawing/2014/main" id="{33B5B739-F14E-4E54-804B-FA869148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arrow-6-3">
            <a:extLst xmlns:a="http://schemas.openxmlformats.org/drawingml/2006/main">
              <a:ext uri="{FF2B5EF4-FFF2-40B4-BE49-F238E27FC236}">
                <a16:creationId xmlns:a16="http://schemas.microsoft.com/office/drawing/2014/main" id="{B0171015-A81F-4A85-8400-7E53FCA7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arrow-6-4">
            <a:extLst xmlns:a="http://schemas.openxmlformats.org/drawingml/2006/main">
              <a:ext uri="{FF2B5EF4-FFF2-40B4-BE49-F238E27FC236}">
                <a16:creationId xmlns:a16="http://schemas.microsoft.com/office/drawing/2014/main" id="{19031D40-E5E6-4AF4-9060-423CD541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arrow-6-5">
            <a:extLst xmlns:a="http://schemas.openxmlformats.org/drawingml/2006/main">
              <a:ext uri="{FF2B5EF4-FFF2-40B4-BE49-F238E27FC236}">
                <a16:creationId xmlns:a16="http://schemas.microsoft.com/office/drawing/2014/main" id="{F75B75B2-4424-479E-A28A-CC2C1038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arrow-6-6">
            <a:extLst xmlns:a="http://schemas.openxmlformats.org/drawingml/2006/main">
              <a:ext uri="{FF2B5EF4-FFF2-40B4-BE49-F238E27FC236}">
                <a16:creationId xmlns:a16="http://schemas.microsoft.com/office/drawing/2014/main" id="{A250E03A-3D8C-4008-8C9C-95E6845F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6-0">
            <a:extLst xmlns:a="http://schemas.openxmlformats.org/drawingml/2006/main">
              <a:ext uri="{FF2B5EF4-FFF2-40B4-BE49-F238E27FC236}">
                <a16:creationId xmlns:a16="http://schemas.microsoft.com/office/drawing/2014/main" id="{AFDCCADE-720D-4998-ADF6-842787D6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stage-label-6-0">
            <a:extLst xmlns:a="http://schemas.openxmlformats.org/drawingml/2006/main">
              <a:ext uri="{FF2B5EF4-FFF2-40B4-BE49-F238E27FC236}">
                <a16:creationId xmlns:a16="http://schemas.microsoft.com/office/drawing/2014/main" id="{511BA678-C265-4839-935A-ED6ADF6F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7" name="stage-6-1">
            <a:extLst xmlns:a="http://schemas.openxmlformats.org/drawingml/2006/main">
              <a:ext uri="{FF2B5EF4-FFF2-40B4-BE49-F238E27FC236}">
                <a16:creationId xmlns:a16="http://schemas.microsoft.com/office/drawing/2014/main" id="{83F4B8CE-3023-49E3-AABC-DB83E54F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8" name="stage-label-6-1">
            <a:extLst xmlns:a="http://schemas.openxmlformats.org/drawingml/2006/main">
              <a:ext uri="{FF2B5EF4-FFF2-40B4-BE49-F238E27FC236}">
                <a16:creationId xmlns:a16="http://schemas.microsoft.com/office/drawing/2014/main" id="{44B4D74C-3E5D-48BC-9E43-48277370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19" name="stage-6-2">
            <a:extLst xmlns:a="http://schemas.openxmlformats.org/drawingml/2006/main">
              <a:ext uri="{FF2B5EF4-FFF2-40B4-BE49-F238E27FC236}">
                <a16:creationId xmlns:a16="http://schemas.microsoft.com/office/drawing/2014/main" id="{64BF4934-D7A3-48C4-845F-7D984F47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0" name="stage-label-6-2">
            <a:extLst xmlns:a="http://schemas.openxmlformats.org/drawingml/2006/main">
              <a:ext uri="{FF2B5EF4-FFF2-40B4-BE49-F238E27FC236}">
                <a16:creationId xmlns:a16="http://schemas.microsoft.com/office/drawing/2014/main" id="{005252AC-1019-4518-BB4E-BD5FF74C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1" name="stage-6-3">
            <a:extLst xmlns:a="http://schemas.openxmlformats.org/drawingml/2006/main">
              <a:ext uri="{FF2B5EF4-FFF2-40B4-BE49-F238E27FC236}">
                <a16:creationId xmlns:a16="http://schemas.microsoft.com/office/drawing/2014/main" id="{8F0C8B99-733E-4CB7-8347-90B990C4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2" name="stage-label-6-3">
            <a:extLst xmlns:a="http://schemas.openxmlformats.org/drawingml/2006/main">
              <a:ext uri="{FF2B5EF4-FFF2-40B4-BE49-F238E27FC236}">
                <a16:creationId xmlns:a16="http://schemas.microsoft.com/office/drawing/2014/main" id="{AC19CE6D-863B-499F-BFF6-70DC1D56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3" name="stage-6-4">
            <a:extLst xmlns:a="http://schemas.openxmlformats.org/drawingml/2006/main">
              <a:ext uri="{FF2B5EF4-FFF2-40B4-BE49-F238E27FC236}">
                <a16:creationId xmlns:a16="http://schemas.microsoft.com/office/drawing/2014/main" id="{0156B3EA-49B7-42DD-AF7C-074FFD10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stage-label-6-4">
            <a:extLst xmlns:a="http://schemas.openxmlformats.org/drawingml/2006/main">
              <a:ext uri="{FF2B5EF4-FFF2-40B4-BE49-F238E27FC236}">
                <a16:creationId xmlns:a16="http://schemas.microsoft.com/office/drawing/2014/main" id="{1443272A-91EB-43E6-943E-E32BFAC0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</a:t>
            </a:r>
          </a:p>
        </p:txBody>
      </p:sp>
      <p:sp>
        <p:nvSpPr>
          <p:cNvPr id="25" name="stage-6-5">
            <a:extLst xmlns:a="http://schemas.openxmlformats.org/drawingml/2006/main">
              <a:ext uri="{FF2B5EF4-FFF2-40B4-BE49-F238E27FC236}">
                <a16:creationId xmlns:a16="http://schemas.microsoft.com/office/drawing/2014/main" id="{5DBC05E9-B146-4FC8-B077-DD7DA9D5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6" name="stage-label-6-5">
            <a:extLst xmlns:a="http://schemas.openxmlformats.org/drawingml/2006/main">
              <a:ext uri="{FF2B5EF4-FFF2-40B4-BE49-F238E27FC236}">
                <a16:creationId xmlns:a16="http://schemas.microsoft.com/office/drawing/2014/main" id="{310ACA4F-7FA5-4A03-BA70-1B83B709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</a:t>
            </a:r>
          </a:p>
        </p:txBody>
      </p:sp>
      <p:sp>
        <p:nvSpPr>
          <p:cNvPr id="27" name="stage-6-6">
            <a:extLst xmlns:a="http://schemas.openxmlformats.org/drawingml/2006/main">
              <a:ext uri="{FF2B5EF4-FFF2-40B4-BE49-F238E27FC236}">
                <a16:creationId xmlns:a16="http://schemas.microsoft.com/office/drawing/2014/main" id="{65D239BF-8B3C-4EFD-B63E-FF77E72D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28" name="stage-label-6-6">
            <a:extLst xmlns:a="http://schemas.openxmlformats.org/drawingml/2006/main">
              <a:ext uri="{FF2B5EF4-FFF2-40B4-BE49-F238E27FC236}">
                <a16:creationId xmlns:a16="http://schemas.microsoft.com/office/drawing/2014/main" id="{1A01FD42-B394-4562-8973-9596FEB7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</a:t>
            </a:r>
          </a:p>
        </p:txBody>
      </p:sp>
      <p:sp>
        <p:nvSpPr>
          <p:cNvPr id="29" name="stage-6-7">
            <a:extLst xmlns:a="http://schemas.openxmlformats.org/drawingml/2006/main">
              <a:ext uri="{FF2B5EF4-FFF2-40B4-BE49-F238E27FC236}">
                <a16:creationId xmlns:a16="http://schemas.microsoft.com/office/drawing/2014/main" id="{C4A0894D-598E-4B43-98D2-BA2879A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30" name="stage-label-6-7">
            <a:extLst xmlns:a="http://schemas.openxmlformats.org/drawingml/2006/main">
              <a:ext uri="{FF2B5EF4-FFF2-40B4-BE49-F238E27FC236}">
                <a16:creationId xmlns:a16="http://schemas.microsoft.com/office/drawing/2014/main" id="{34BEF763-1553-48A3-87E9-AB764017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E0F913-4FE5-4C28-A823-A3604E0B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一次提交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92C486-5671-479F-8C6C-0C24C065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667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69D981-4308-407F-B5EA-EAF1518D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Caster Mesh Draw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B8F648-2031-464B-B0A5-530F488B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43250"/>
            <a:ext cx="209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instanceCount = capacity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21EAC9-CE2F-432E-97FB-22AB1009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52700"/>
            <a:ext cx="838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66DE31-F61D-4D32-91C3-D1CF30E3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67050"/>
            <a:ext cx="838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33E45F-61B4-494C-B852-29B8F115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838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97DFF4-7041-4668-B179-6C17F17B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95750"/>
            <a:ext cx="838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AF6E2B-9827-452C-A131-7B020D4E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610100"/>
            <a:ext cx="838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1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E428A7-F449-41F5-AB06-DEAFCA1A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2209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818E0B-F5A8-4A59-AF15-A1C13C48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1866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SV_InstanceID = 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E11FB1-96C7-4DDE-BA62-08649173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2209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52598F4-08B5-42F3-9BC2-FEDAAD59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48000"/>
            <a:ext cx="1866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SV_InstanceID = 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723BA8-C170-43BB-B9A2-62309C23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81400"/>
            <a:ext cx="2209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6FCB01-008A-4A8E-AE76-14D32B91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95700"/>
            <a:ext cx="1866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SV_InstanceID = 2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7D20D56-A09E-4A0C-B20B-3E7CF395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29100"/>
            <a:ext cx="2209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1516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14958C2-9B04-498C-933B-D8B599CF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343400"/>
            <a:ext cx="1866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1516C"/>
                </a:solidFill>
                <a:latin typeface="Microsoft YaHei"/>
                <a:ea typeface="Microsoft YaHei"/>
                <a:cs typeface="Microsoft YaHei"/>
              </a:defRPr>
            </a:pPr>
            <a:r>
              <a:t>SV_InstanceID = 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2EA58EE-65AA-4042-9D3D-1503C90F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76800"/>
            <a:ext cx="2209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1516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4E3E8AD-1B13-40B0-8C8E-BC360D52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91100"/>
            <a:ext cx="1866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1516C"/>
                </a:solidFill>
                <a:latin typeface="Microsoft YaHei"/>
                <a:ea typeface="Microsoft YaHei"/>
                <a:cs typeface="Microsoft YaHei"/>
              </a:defRPr>
            </a:pPr>
            <a:r>
              <a:t>SV_InstanceID = 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DF3A05-1859-486A-A8E5-7D9C4054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29000"/>
            <a:ext cx="781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E88DD3-0241-42B4-83E7-EBF10108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95500"/>
            <a:ext cx="3181350" cy="3333750"/>
          </a:xfrm>
          <a:prstGeom xmlns:a="http://schemas.openxmlformats.org/drawingml/2006/main" prst="roundRect">
            <a:avLst>
              <a:gd name="adj" fmla="val 479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0E4E44B-E13F-4F0C-BA2F-69EBF6F4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384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9A1FAE-8C0D-4895-80F2-906E5170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384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7E7A838-286E-46C4-986B-5C516EBB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384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DDBEA9F-5956-48B7-B2A7-D6B509FB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384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0090487-7B79-4BF2-8AF9-1BB87F48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718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9BE509D-2431-4DE4-8743-176760CB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718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C78880-03F4-4F3B-B9D0-3D9C4B54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9718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236DA54-37F8-4C7A-9C66-F8BEBECF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718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BB84F92-767A-40EF-BC5C-FE5A096A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052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DEAF88C-AB76-452D-933C-CD0FCFBE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52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7518168-4D2C-4705-8894-6D73C23F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052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CF52F4A-73AB-412B-BD2D-82A271A7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052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9A4EE7-424A-44B7-9E64-647A76F8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386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26989E8-E05F-4953-830F-D1F00DA5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386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D78C66F-46F7-45F7-B818-E0394408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386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30737C1-8B87-445B-A93A-4CE17697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038600"/>
            <a:ext cx="485775" cy="485775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A74FED0-12AA-44CD-962C-25BC9BDD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9585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dirty + intersects → write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E4067D9-4164-4BE9-9B88-F3A1418A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8160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inactive / outside → clip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4D98DA7-2B5C-40D2-9878-6F77440C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429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91521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A96CAED-0DA9-483F-90F2-760F63CF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308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NO PAGE REQUEST READBACK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195DABA-8F71-40F1-9B3B-1C8CA3EF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29200"/>
            <a:ext cx="3086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7D6E2"/>
                </a:solidFill>
                <a:latin typeface="Cascadia Mono"/>
                <a:ea typeface="Cascadia Mono"/>
                <a:cs typeface="Cascadia Mono"/>
              </a:defRPr>
            </a:pPr>
            <a:r>
              <a:t>DrawIndexedInstanced(indexCount,
                     physicalCapacity, ...);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FC42E4C-D18E-44AA-A7D7-5F37C2F8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0"/>
            <a:ext cx="1028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Page clear 也按 physical capacity 实例化；每页 6 个顶点。</a:t>
            </a:r>
          </a:p>
        </p:txBody>
      </p:sp>
    </p:spTree>
    <p:extLst>
      <p:ext uri="{BB962C8B-B14F-4D97-AF65-F5344CB8AC3E}">
        <p14:creationId xmlns:p14="http://schemas.microsoft.com/office/powerpoint/2010/main" val="5957345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background-16">
            <a:extLst xmlns:a="http://schemas.openxmlformats.org/drawingml/2006/main">
              <a:ext uri="{FF2B5EF4-FFF2-40B4-BE49-F238E27FC236}">
                <a16:creationId xmlns:a16="http://schemas.microsoft.com/office/drawing/2014/main" id="{86E4C417-AFDB-4E90-9267-75B01E19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6">
            <a:extLst xmlns:a="http://schemas.openxmlformats.org/drawingml/2006/main">
              <a:ext uri="{FF2B5EF4-FFF2-40B4-BE49-F238E27FC236}">
                <a16:creationId xmlns:a16="http://schemas.microsoft.com/office/drawing/2014/main" id="{912689D3-FC5D-40E2-91D7-63F5A478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6">
            <a:extLst xmlns:a="http://schemas.openxmlformats.org/drawingml/2006/main">
              <a:ext uri="{FF2B5EF4-FFF2-40B4-BE49-F238E27FC236}">
                <a16:creationId xmlns:a16="http://schemas.microsoft.com/office/drawing/2014/main" id="{0B253F0E-DC98-4D4B-9C38-A1B48A1B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6">
            <a:extLst xmlns:a="http://schemas.openxmlformats.org/drawingml/2006/main">
              <a:ext uri="{FF2B5EF4-FFF2-40B4-BE49-F238E27FC236}">
                <a16:creationId xmlns:a16="http://schemas.microsoft.com/office/drawing/2014/main" id="{BFB840B7-7BFA-4EAE-A0D6-0B3B8B34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Dense Page Table 让虚拟页直达 Atlas</a:t>
            </a:r>
          </a:p>
        </p:txBody>
      </p:sp>
      <p:cxnSp>
        <p:nvCxnSpPr>
          <p:cNvPr id="63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6">
            <a:extLst xmlns:a="http://schemas.openxmlformats.org/drawingml/2006/main">
              <a:ext uri="{FF2B5EF4-FFF2-40B4-BE49-F238E27FC236}">
                <a16:creationId xmlns:a16="http://schemas.microsoft.com/office/drawing/2014/main" id="{E935E3CF-6081-45AE-B8C7-BF1BFB41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Assets/Builtin/Shaders/BasicMesh.hlsl:68, 89–159</a:t>
            </a:r>
          </a:p>
        </p:txBody>
      </p:sp>
      <p:sp>
        <p:nvSpPr>
          <p:cNvPr id="7" name="page-16">
            <a:extLst xmlns:a="http://schemas.openxmlformats.org/drawingml/2006/main">
              <a:ext uri="{FF2B5EF4-FFF2-40B4-BE49-F238E27FC236}">
                <a16:creationId xmlns:a16="http://schemas.microsoft.com/office/drawing/2014/main" id="{06E13E4D-0DE8-4106-B79E-A8798672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16</a:t>
            </a:r>
          </a:p>
        </p:txBody>
      </p:sp>
      <p:sp>
        <p:nvSpPr>
          <p:cNvPr id="8" name="stage-arrow-7-0">
            <a:extLst xmlns:a="http://schemas.openxmlformats.org/drawingml/2006/main">
              <a:ext uri="{FF2B5EF4-FFF2-40B4-BE49-F238E27FC236}">
                <a16:creationId xmlns:a16="http://schemas.microsoft.com/office/drawing/2014/main" id="{1F05FFA8-D556-4EA6-BD35-7B9756DA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arrow-7-1">
            <a:extLst xmlns:a="http://schemas.openxmlformats.org/drawingml/2006/main">
              <a:ext uri="{FF2B5EF4-FFF2-40B4-BE49-F238E27FC236}">
                <a16:creationId xmlns:a16="http://schemas.microsoft.com/office/drawing/2014/main" id="{DF8F0CD7-6BB4-4023-B301-647A47CD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arrow-7-2">
            <a:extLst xmlns:a="http://schemas.openxmlformats.org/drawingml/2006/main">
              <a:ext uri="{FF2B5EF4-FFF2-40B4-BE49-F238E27FC236}">
                <a16:creationId xmlns:a16="http://schemas.microsoft.com/office/drawing/2014/main" id="{C1D2CBE2-D41E-4046-B3C5-6A633B79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arrow-7-3">
            <a:extLst xmlns:a="http://schemas.openxmlformats.org/drawingml/2006/main">
              <a:ext uri="{FF2B5EF4-FFF2-40B4-BE49-F238E27FC236}">
                <a16:creationId xmlns:a16="http://schemas.microsoft.com/office/drawing/2014/main" id="{54E55980-A516-4290-87B3-F1DFB6B0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arrow-7-4">
            <a:extLst xmlns:a="http://schemas.openxmlformats.org/drawingml/2006/main">
              <a:ext uri="{FF2B5EF4-FFF2-40B4-BE49-F238E27FC236}">
                <a16:creationId xmlns:a16="http://schemas.microsoft.com/office/drawing/2014/main" id="{83FE45A4-2A6B-49B0-8F8A-34CE39F9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arrow-7-5">
            <a:extLst xmlns:a="http://schemas.openxmlformats.org/drawingml/2006/main">
              <a:ext uri="{FF2B5EF4-FFF2-40B4-BE49-F238E27FC236}">
                <a16:creationId xmlns:a16="http://schemas.microsoft.com/office/drawing/2014/main" id="{6EC32D0B-34D8-40B6-8AFF-9F2C8DC8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arrow-7-6">
            <a:extLst xmlns:a="http://schemas.openxmlformats.org/drawingml/2006/main">
              <a:ext uri="{FF2B5EF4-FFF2-40B4-BE49-F238E27FC236}">
                <a16:creationId xmlns:a16="http://schemas.microsoft.com/office/drawing/2014/main" id="{6918C88D-93DE-41BB-9A17-4A3201EC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333500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7-0">
            <a:extLst xmlns:a="http://schemas.openxmlformats.org/drawingml/2006/main">
              <a:ext uri="{FF2B5EF4-FFF2-40B4-BE49-F238E27FC236}">
                <a16:creationId xmlns:a16="http://schemas.microsoft.com/office/drawing/2014/main" id="{AFEE3546-4975-43BC-BF93-22F7963C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stage-label-7-0">
            <a:extLst xmlns:a="http://schemas.openxmlformats.org/drawingml/2006/main">
              <a:ext uri="{FF2B5EF4-FFF2-40B4-BE49-F238E27FC236}">
                <a16:creationId xmlns:a16="http://schemas.microsoft.com/office/drawing/2014/main" id="{7139E37B-3555-4399-8B89-5BE973B3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Depth</a:t>
            </a:r>
          </a:p>
        </p:txBody>
      </p:sp>
      <p:sp>
        <p:nvSpPr>
          <p:cNvPr id="17" name="stage-7-1">
            <a:extLst xmlns:a="http://schemas.openxmlformats.org/drawingml/2006/main">
              <a:ext uri="{FF2B5EF4-FFF2-40B4-BE49-F238E27FC236}">
                <a16:creationId xmlns:a16="http://schemas.microsoft.com/office/drawing/2014/main" id="{29D3C3E4-F03E-4C6B-9311-35B26E42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8" name="stage-label-7-1">
            <a:extLst xmlns:a="http://schemas.openxmlformats.org/drawingml/2006/main">
              <a:ext uri="{FF2B5EF4-FFF2-40B4-BE49-F238E27FC236}">
                <a16:creationId xmlns:a16="http://schemas.microsoft.com/office/drawing/2014/main" id="{09124263-51DA-4461-8850-8F5AE7B6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Clear</a:t>
            </a:r>
          </a:p>
        </p:txBody>
      </p:sp>
      <p:sp>
        <p:nvSpPr>
          <p:cNvPr id="19" name="stage-7-2">
            <a:extLst xmlns:a="http://schemas.openxmlformats.org/drawingml/2006/main">
              <a:ext uri="{FF2B5EF4-FFF2-40B4-BE49-F238E27FC236}">
                <a16:creationId xmlns:a16="http://schemas.microsoft.com/office/drawing/2014/main" id="{D1C58B6F-9A2B-4A53-946A-F527089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0" name="stage-label-7-2">
            <a:extLst xmlns:a="http://schemas.openxmlformats.org/drawingml/2006/main">
              <a:ext uri="{FF2B5EF4-FFF2-40B4-BE49-F238E27FC236}">
                <a16:creationId xmlns:a16="http://schemas.microsoft.com/office/drawing/2014/main" id="{7C5EBE26-9DE7-42AB-A1D3-C67DE74C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Mark</a:t>
            </a:r>
          </a:p>
        </p:txBody>
      </p:sp>
      <p:sp>
        <p:nvSpPr>
          <p:cNvPr id="21" name="stage-7-3">
            <a:extLst xmlns:a="http://schemas.openxmlformats.org/drawingml/2006/main">
              <a:ext uri="{FF2B5EF4-FFF2-40B4-BE49-F238E27FC236}">
                <a16:creationId xmlns:a16="http://schemas.microsoft.com/office/drawing/2014/main" id="{E82909B6-2857-4982-B81A-EB3B0DBE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2" name="stage-label-7-3">
            <a:extLst xmlns:a="http://schemas.openxmlformats.org/drawingml/2006/main">
              <a:ext uri="{FF2B5EF4-FFF2-40B4-BE49-F238E27FC236}">
                <a16:creationId xmlns:a16="http://schemas.microsoft.com/office/drawing/2014/main" id="{F6D9FB57-2DFA-4F91-98EE-E4F2F779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Compact</a:t>
            </a:r>
          </a:p>
        </p:txBody>
      </p:sp>
      <p:sp>
        <p:nvSpPr>
          <p:cNvPr id="23" name="stage-7-4">
            <a:extLst xmlns:a="http://schemas.openxmlformats.org/drawingml/2006/main">
              <a:ext uri="{FF2B5EF4-FFF2-40B4-BE49-F238E27FC236}">
                <a16:creationId xmlns:a16="http://schemas.microsoft.com/office/drawing/2014/main" id="{E897973C-4999-4DDB-9C37-544F47AF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stage-label-7-4">
            <a:extLst xmlns:a="http://schemas.openxmlformats.org/drawingml/2006/main">
              <a:ext uri="{FF2B5EF4-FFF2-40B4-BE49-F238E27FC236}">
                <a16:creationId xmlns:a16="http://schemas.microsoft.com/office/drawing/2014/main" id="{984E9261-911B-4F1B-AB18-9569E59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Resolve</a:t>
            </a:r>
          </a:p>
        </p:txBody>
      </p:sp>
      <p:sp>
        <p:nvSpPr>
          <p:cNvPr id="25" name="stage-7-5">
            <a:extLst xmlns:a="http://schemas.openxmlformats.org/drawingml/2006/main">
              <a:ext uri="{FF2B5EF4-FFF2-40B4-BE49-F238E27FC236}">
                <a16:creationId xmlns:a16="http://schemas.microsoft.com/office/drawing/2014/main" id="{AFFF6347-0AD7-46FE-AE0E-876232B9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6" name="stage-label-7-5">
            <a:extLst xmlns:a="http://schemas.openxmlformats.org/drawingml/2006/main">
              <a:ext uri="{FF2B5EF4-FFF2-40B4-BE49-F238E27FC236}">
                <a16:creationId xmlns:a16="http://schemas.microsoft.com/office/drawing/2014/main" id="{9B7DA3DA-6972-4CD4-9019-D355CF8C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Allocate</a:t>
            </a:r>
          </a:p>
        </p:txBody>
      </p:sp>
      <p:sp>
        <p:nvSpPr>
          <p:cNvPr id="27" name="stage-7-6">
            <a:extLst xmlns:a="http://schemas.openxmlformats.org/drawingml/2006/main">
              <a:ext uri="{FF2B5EF4-FFF2-40B4-BE49-F238E27FC236}">
                <a16:creationId xmlns:a16="http://schemas.microsoft.com/office/drawing/2014/main" id="{8AE4A66C-3460-4026-ACFD-D32C8E9D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B3A5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8" name="stage-label-7-6">
            <a:extLst xmlns:a="http://schemas.openxmlformats.org/drawingml/2006/main">
              <a:ext uri="{FF2B5EF4-FFF2-40B4-BE49-F238E27FC236}">
                <a16:creationId xmlns:a16="http://schemas.microsoft.com/office/drawing/2014/main" id="{C65C1ABB-D437-4936-9299-3697A66B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Render</a:t>
            </a:r>
          </a:p>
        </p:txBody>
      </p:sp>
      <p:sp>
        <p:nvSpPr>
          <p:cNvPr id="29" name="stage-7-7">
            <a:extLst xmlns:a="http://schemas.openxmlformats.org/drawingml/2006/main">
              <a:ext uri="{FF2B5EF4-FFF2-40B4-BE49-F238E27FC236}">
                <a16:creationId xmlns:a16="http://schemas.microsoft.com/office/drawing/2014/main" id="{2785A724-BA71-4C6A-A08D-FC23701D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62050"/>
            <a:ext cx="1257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30" name="stage-label-7-7">
            <a:extLst xmlns:a="http://schemas.openxmlformats.org/drawingml/2006/main">
              <a:ext uri="{FF2B5EF4-FFF2-40B4-BE49-F238E27FC236}">
                <a16:creationId xmlns:a16="http://schemas.microsoft.com/office/drawing/2014/main" id="{41810DF4-253D-4E9F-A63A-DA43A789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66825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Sample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92EE24-9D3F-42A7-9348-F773B78F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76600"/>
            <a:ext cx="5334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65866B-E84D-442E-8095-BC366F24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76600"/>
            <a:ext cx="5334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37982C-0507-4B13-AD2C-D38409F1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76600"/>
            <a:ext cx="5334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455711-C10E-4BB4-8ADC-EE465437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2095500" cy="156210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4FE46B-8100-4C7A-B7D5-1F89398C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14650"/>
            <a:ext cx="1790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Virtual Address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2CCF99-E1F8-41DC-9384-5B421C5B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09950"/>
            <a:ext cx="1790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level + page XY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BFE333-1A01-4696-B80C-A61CFF31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29050"/>
            <a:ext cx="1790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D22AE9-26EF-4614-AD8E-9F6CD94B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28900"/>
            <a:ext cx="2152650" cy="156210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FE4B52-22EC-4EFD-923F-A59B8E4F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478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Dense Table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9EFC28-1CCF-4B77-A7B3-7E1FDC8D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09950"/>
            <a:ext cx="1847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physical + 1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974CDE-7EE1-47BD-9A45-488CE38B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29050"/>
            <a:ext cx="18478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0 = missing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A33B56-E091-4396-B774-7EBFDAA4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28900"/>
            <a:ext cx="2057400" cy="156210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8A3C9D0-5ABA-4A45-8932-2B0D0FDF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146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Atlas Tile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C519052-D0AD-4749-BC7E-89125A23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09950"/>
            <a:ext cx="1752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gutter safe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B87B104-91AA-4B73-84F4-447013AF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29050"/>
            <a:ext cx="1752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/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43B422-8D48-4E7B-85C6-222C7AAE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28900"/>
            <a:ext cx="1943100" cy="156210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2EAA5A-9CB1-4DF2-B6E3-DA377FE0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638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PCF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6F2B3B-8E30-4968-8BA4-D5A1CEBC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099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CompareLevel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71EF0B5-34C7-4A6C-8106-F52F26DC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29050"/>
            <a:ext cx="16383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shadow factor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1FE7F8-A5B5-43FE-9DC6-EF2C45D5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103060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6D452CC-411C-42F5-B5CA-431E12C9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530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当前级缺页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9D9A7F8-F6B2-44C9-AA43-D3C736C1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010150"/>
            <a:ext cx="7429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80F82BF-0B22-4B39-BDC4-FC44B6D6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953000"/>
            <a:ext cx="228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尝试更粗 Clipmap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756F782-7418-4143-9347-9E153E61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10150"/>
            <a:ext cx="7429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DDFA5E0-197F-4309-A2BA-987C201D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3333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最终仍缺页 → fully lit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083774-8580-40F2-905A-E0873329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753100"/>
            <a:ext cx="68199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91521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5B1B239-6095-450C-BC3B-E486FEAF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829300"/>
            <a:ext cx="6477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FORWARD SHADER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ED3088E-3589-4E25-83D5-F6966AD5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019800"/>
            <a:ext cx="6477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4761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7D6E2"/>
                </a:solidFill>
                <a:latin typeface="Cascadia Mono"/>
                <a:ea typeface="Cascadia Mono"/>
                <a:cs typeface="Cascadia Mono"/>
              </a:defRPr>
            </a:pPr>
            <a:r>
              <a:t>denseEntry = VirtualShadowDensePageTable[logicalIndex];
if (denseEntry != 0) physicalPage = denseEntry - 1;</a:t>
            </a:r>
          </a:p>
        </p:txBody>
      </p:sp>
    </p:spTree>
    <p:extLst>
      <p:ext uri="{BB962C8B-B14F-4D97-AF65-F5344CB8AC3E}">
        <p14:creationId xmlns:p14="http://schemas.microsoft.com/office/powerpoint/2010/main" val="3550256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background-17">
            <a:extLst xmlns:a="http://schemas.openxmlformats.org/drawingml/2006/main">
              <a:ext uri="{FF2B5EF4-FFF2-40B4-BE49-F238E27FC236}">
                <a16:creationId xmlns:a16="http://schemas.microsoft.com/office/drawing/2014/main" id="{81DDD789-A0B0-4598-88AD-5896FFD0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7">
            <a:extLst xmlns:a="http://schemas.openxmlformats.org/drawingml/2006/main">
              <a:ext uri="{FF2B5EF4-FFF2-40B4-BE49-F238E27FC236}">
                <a16:creationId xmlns:a16="http://schemas.microsoft.com/office/drawing/2014/main" id="{EF71B09D-91E6-4E7F-9CD1-9FFF9D4A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7">
            <a:extLst xmlns:a="http://schemas.openxmlformats.org/drawingml/2006/main">
              <a:ext uri="{FF2B5EF4-FFF2-40B4-BE49-F238E27FC236}">
                <a16:creationId xmlns:a16="http://schemas.microsoft.com/office/drawing/2014/main" id="{53F2B45B-5DB0-456D-9920-851BF056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7">
            <a:extLst xmlns:a="http://schemas.openxmlformats.org/drawingml/2006/main">
              <a:ext uri="{FF2B5EF4-FFF2-40B4-BE49-F238E27FC236}">
                <a16:creationId xmlns:a16="http://schemas.microsoft.com/office/drawing/2014/main" id="{5551C13B-3DBB-4D7A-A982-2031CD92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跨帧复用靠缓存，动态正确性靠新旧区域失效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7">
            <a:extLst xmlns:a="http://schemas.openxmlformats.org/drawingml/2006/main">
              <a:ext uri="{FF2B5EF4-FFF2-40B4-BE49-F238E27FC236}">
                <a16:creationId xmlns:a16="http://schemas.microsoft.com/office/drawing/2014/main" id="{4FA91B89-B637-4E05-A677-64923FC2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VirtualShadowViewCache.cpp:252–393 · GPU VSM Design:274–295</a:t>
            </a:r>
          </a:p>
        </p:txBody>
      </p:sp>
      <p:sp>
        <p:nvSpPr>
          <p:cNvPr id="7" name="page-17">
            <a:extLst xmlns:a="http://schemas.openxmlformats.org/drawingml/2006/main">
              <a:ext uri="{FF2B5EF4-FFF2-40B4-BE49-F238E27FC236}">
                <a16:creationId xmlns:a16="http://schemas.microsoft.com/office/drawing/2014/main" id="{B93670D5-FC86-4AA4-84D5-1CE4731E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00CE44-7492-4ADD-A85F-55E60F8F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Frame 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5EB524-C284-4209-AF51-8B24CCE0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52400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Scene Change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26B165-2B1B-40F8-980E-9A92187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52400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Frame N+1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1485900" y="5105400"/>
            <a:ext cx="9334500" cy="476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1516C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E3227-49F8-4637-95D6-52ED711A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91100"/>
            <a:ext cx="609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8DD6C1-E1DA-49B1-A61A-FA1740ED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91100"/>
            <a:ext cx="609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31F4CA-35D1-4F55-87A8-4AEA3E44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2857500" cy="2686050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B23B2-F88F-46AC-BD57-3E185585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2362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66604F-49D6-409F-8A6B-43BC53F2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670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26394A"/>
          </a:solidFill>
          <a:ln xmlns:a="http://schemas.openxmlformats.org/drawingml/2006/main" w="19050">
            <a:solidFill>
              <a:srgbClr val="5F748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565BE1-5E5B-46F2-8703-5C10FEDC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76700"/>
            <a:ext cx="1447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caster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CA9A9-72D8-42D5-86FB-CBD25D94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62450"/>
            <a:ext cx="2476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缓存页保持 clean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AE2A4-9F8E-4614-9332-0B864D03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19300"/>
            <a:ext cx="2857500" cy="2686050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9269C-591F-4771-ACFB-FF5C89D2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724150"/>
            <a:ext cx="2362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580B02-CBCB-4AF0-BB4C-8C5E1A47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670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26394A"/>
          </a:solidFill>
          <a:ln xmlns:a="http://schemas.openxmlformats.org/drawingml/2006/main" w="19050">
            <a:solidFill>
              <a:srgbClr val="5F748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6EB577-2931-4D07-8319-E1FCA463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765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947E3C-2C9F-4DF9-93A3-1BAB7294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076700"/>
            <a:ext cx="1447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moved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AA5515-667F-49C4-BB8E-4E329589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362450"/>
            <a:ext cx="2476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记录 old + new bounds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CB3C1E-ECF3-4D33-95D7-18B2D54F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019300"/>
            <a:ext cx="2857500" cy="2686050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64D52F-042F-480A-BDBD-2F06848D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24150"/>
            <a:ext cx="2362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4A4625-2B56-494C-9665-BE11C7A5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670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351D23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A0EB46-3376-4D1A-B394-1409EA1C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765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2372B"/>
          </a:solidFill>
          <a:ln xmlns:a="http://schemas.openxmlformats.org/drawingml/2006/main" w="19050">
            <a:solidFill>
              <a:srgbClr val="5FE39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B68B9C-1D04-48C9-B4D7-A2A2845C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76700"/>
            <a:ext cx="1447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redraw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C8781A-C969-4ED0-A3D3-8F203A72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362450"/>
            <a:ext cx="2476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命中页标记 dirty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7ACB4D-456A-4456-AE04-F27EC2F9D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33650"/>
            <a:ext cx="914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old coverage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596569-7C84-4E4A-BCAB-F8CF235D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3365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new coverage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1D5470-0624-435C-8C8F-5AC23A05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524500"/>
            <a:ext cx="9791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dirty 页即使当前未请求，也会保留 dirty，直到相机再次看到并重绘。</a:t>
            </a:r>
          </a:p>
        </p:txBody>
      </p:sp>
    </p:spTree>
    <p:extLst>
      <p:ext uri="{BB962C8B-B14F-4D97-AF65-F5344CB8AC3E}">
        <p14:creationId xmlns:p14="http://schemas.microsoft.com/office/powerpoint/2010/main" val="20887854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background-18">
            <a:extLst xmlns:a="http://schemas.openxmlformats.org/drawingml/2006/main">
              <a:ext uri="{FF2B5EF4-FFF2-40B4-BE49-F238E27FC236}">
                <a16:creationId xmlns:a16="http://schemas.microsoft.com/office/drawing/2014/main" id="{CEA70123-C727-4918-9FAD-1E0235AC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8">
            <a:extLst xmlns:a="http://schemas.openxmlformats.org/drawingml/2006/main">
              <a:ext uri="{FF2B5EF4-FFF2-40B4-BE49-F238E27FC236}">
                <a16:creationId xmlns:a16="http://schemas.microsoft.com/office/drawing/2014/main" id="{6DED046D-3B91-4565-B25A-18FCC762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8">
            <a:extLst xmlns:a="http://schemas.openxmlformats.org/drawingml/2006/main">
              <a:ext uri="{FF2B5EF4-FFF2-40B4-BE49-F238E27FC236}">
                <a16:creationId xmlns:a16="http://schemas.microsoft.com/office/drawing/2014/main" id="{9DE6E725-EECC-4F67-8CC4-7B61B9F6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8">
            <a:extLst xmlns:a="http://schemas.openxmlformats.org/drawingml/2006/main">
              <a:ext uri="{FF2B5EF4-FFF2-40B4-BE49-F238E27FC236}">
                <a16:creationId xmlns:a16="http://schemas.microsoft.com/office/drawing/2014/main" id="{E917C4DA-759F-46C1-8DE6-0F54A2EB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D3D11 与 D3D12 共享同一条上层路径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8">
            <a:extLst xmlns:a="http://schemas.openxmlformats.org/drawingml/2006/main">
              <a:ext uri="{FF2B5EF4-FFF2-40B4-BE49-F238E27FC236}">
                <a16:creationId xmlns:a16="http://schemas.microsoft.com/office/drawing/2014/main" id="{940F9A96-F197-421C-9C30-1D3316B4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BaseRenderer.cpp:210–218 · GpuVirtualShadowRenderPass.cpp:364–382</a:t>
            </a:r>
          </a:p>
        </p:txBody>
      </p:sp>
      <p:sp>
        <p:nvSpPr>
          <p:cNvPr id="7" name="page-18">
            <a:extLst xmlns:a="http://schemas.openxmlformats.org/drawingml/2006/main">
              <a:ext uri="{FF2B5EF4-FFF2-40B4-BE49-F238E27FC236}">
                <a16:creationId xmlns:a16="http://schemas.microsoft.com/office/drawing/2014/main" id="{01B93FEA-AAF0-4217-A306-5EA1436E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18</a:t>
            </a:r>
          </a:p>
        </p:txBody>
      </p:sp>
      <p:pic>
        <p:nvPicPr>
          <p:cNvPr id="34" name="d3d11-edito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e4481702c4005"/>
          <a:srcRect xmlns:a="http://schemas.openxmlformats.org/drawingml/2006/main" l="12892" t="0" r="1289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428750"/>
            <a:ext cx="7124700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8E14A2-5865-4943-BD2D-B54C2B01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3486150" cy="333375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B57B0A-1161-4D85-B303-EC6C96E6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14500"/>
            <a:ext cx="2876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Backend Policy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8A29B-39BB-4E79-AE18-B9862285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66950"/>
            <a:ext cx="9715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E39A"/>
          </a:solidFill>
          <a:ln xmlns:a="http://schemas.openxmlformats.org/drawingml/2006/main" w="0">
            <a:solidFill>
              <a:srgbClr val="5FE3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EB85A-15B3-4E27-ABC1-86AE7732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97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D3D11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17D592-25EF-4701-8EB3-934AB436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05050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GPU path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5BA3E-7034-474C-B6DD-25B08F95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81300"/>
            <a:ext cx="9715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6FF"/>
          </a:solidFill>
          <a:ln xmlns:a="http://schemas.openxmlformats.org/drawingml/2006/main" w="0">
            <a:solidFill>
              <a:srgbClr val="38D6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47A473-7B9E-45D5-B232-C2C5779E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09875"/>
            <a:ext cx="97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t>D3D12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60AC0-25C4-4A13-8AA8-3C6F5EF5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19400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GPU path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A69862-FEA5-4FFC-AF23-7655202A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95650"/>
            <a:ext cx="9715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7487"/>
          </a:solidFill>
          <a:ln xmlns:a="http://schemas.openxmlformats.org/drawingml/2006/main" w="0">
            <a:solidFill>
              <a:srgbClr val="5F748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BE3A42-1E97-4F3C-9E2E-61F03B0A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24225"/>
            <a:ext cx="97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METAL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528C92-76F5-494E-AEA0-5537CFAC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33750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CPU path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8305800" y="3790950"/>
            <a:ext cx="27813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565E8C-0BAE-497C-8CCF-55C78692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0"/>
            <a:ext cx="2781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t>GPU 初始化失败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AB4130-F482-41DC-A715-BB45D515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053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DisableGpuDriven → CPU VSM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2BB329-F0C9-4A0F-88C5-5AB911D0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013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5304A"/>
          </a:solidFill>
          <a:ln xmlns:a="http://schemas.openxmlformats.org/drawingml/2006/main" w="9525">
            <a:solidFill>
              <a:srgbClr val="31516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8C2012-1895-4539-B9F5-8E3927A1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768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上层算法保持一致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DEA781-9EC8-4464-BED9-B3708F52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219700"/>
            <a:ext cx="77533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20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D3D11 / D3D12 共享 FrameGraph、Compute HLSL、buffer contract 与页面缓存语义。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351DD1-7E3D-4BFD-A6C1-79B4FE14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7124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真实截图：VEngine Editor · D3D11 · DemoProject</a:t>
            </a:r>
          </a:p>
        </p:txBody>
      </p:sp>
    </p:spTree>
    <p:extLst>
      <p:ext uri="{BB962C8B-B14F-4D97-AF65-F5344CB8AC3E}">
        <p14:creationId xmlns:p14="http://schemas.microsoft.com/office/powerpoint/2010/main" val="23203683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ackground-19">
            <a:extLst xmlns:a="http://schemas.openxmlformats.org/drawingml/2006/main">
              <a:ext uri="{FF2B5EF4-FFF2-40B4-BE49-F238E27FC236}">
                <a16:creationId xmlns:a16="http://schemas.microsoft.com/office/drawing/2014/main" id="{3EE29B0A-29F4-4720-8EB1-99CBF481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19">
            <a:extLst xmlns:a="http://schemas.openxmlformats.org/drawingml/2006/main">
              <a:ext uri="{FF2B5EF4-FFF2-40B4-BE49-F238E27FC236}">
                <a16:creationId xmlns:a16="http://schemas.microsoft.com/office/drawing/2014/main" id="{B966F23D-6D82-4E22-9188-AE85DDA0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19">
            <a:extLst xmlns:a="http://schemas.openxmlformats.org/drawingml/2006/main">
              <a:ext uri="{FF2B5EF4-FFF2-40B4-BE49-F238E27FC236}">
                <a16:creationId xmlns:a16="http://schemas.microsoft.com/office/drawing/2014/main" id="{CC261974-A53F-429C-82C6-FF7F10FC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19">
            <a:extLst xmlns:a="http://schemas.openxmlformats.org/drawingml/2006/main">
              <a:ext uri="{FF2B5EF4-FFF2-40B4-BE49-F238E27FC236}">
                <a16:creationId xmlns:a16="http://schemas.microsoft.com/office/drawing/2014/main" id="{938AA1ED-B9EB-4E1C-A687-C2EB5B10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DemoProject 已能看到稳定落地阴影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19">
            <a:extLst xmlns:a="http://schemas.openxmlformats.org/drawingml/2006/main">
              <a:ext uri="{FF2B5EF4-FFF2-40B4-BE49-F238E27FC236}">
                <a16:creationId xmlns:a16="http://schemas.microsoft.com/office/drawing/2014/main" id="{14E33424-BE2A-44B0-B03C-C60DD8E1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Runtime capture · VEngineWinEditor.exe --project DemoProject</a:t>
            </a:r>
          </a:p>
        </p:txBody>
      </p:sp>
      <p:sp>
        <p:nvSpPr>
          <p:cNvPr id="7" name="page-19">
            <a:extLst xmlns:a="http://schemas.openxmlformats.org/drawingml/2006/main">
              <a:ext uri="{FF2B5EF4-FFF2-40B4-BE49-F238E27FC236}">
                <a16:creationId xmlns:a16="http://schemas.microsoft.com/office/drawing/2014/main" id="{6E6B6B76-B31F-4B1B-8DCC-8A8829A4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19</a:t>
            </a:r>
          </a:p>
        </p:txBody>
      </p:sp>
      <p:pic>
        <p:nvPicPr>
          <p:cNvPr id="19" name="d3d12-edito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eb4e0cbe8a41e7"/>
          <a:stretch xmlns:a="http://schemas.openxmlformats.org/drawingml/2006/main"/>
        </p:blipFill>
        <p:spPr>
          <a:xfrm xmlns:a="http://schemas.openxmlformats.org/drawingml/2006/main">
            <a:off x="685800" y="1521635"/>
            <a:ext cx="10820400" cy="3757581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B2CA5-0654-4F3B-B2AA-AD301EFF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02B2A"/>
          </a:solidFill>
          <a:ln xmlns:a="http://schemas.openxmlformats.org/drawingml/2006/main" w="9525">
            <a:solidFill>
              <a:srgbClr val="5FE39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92198-D5B4-47C2-807B-431B064F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E39A"/>
          </a:solidFill>
          <a:ln xmlns:a="http://schemas.openxmlformats.org/drawingml/2006/main" w="0">
            <a:solidFill>
              <a:srgbClr val="5FE3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B01262-CCCF-4072-BC45-ADECAF29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762625"/>
            <a:ext cx="1009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验证点：标题栏为 D3D12；Scene View 与 Game View 均可见几何体在白色地面上的稳定投影。</a:t>
            </a:r>
          </a:p>
        </p:txBody>
      </p:sp>
    </p:spTree>
    <p:extLst>
      <p:ext uri="{BB962C8B-B14F-4D97-AF65-F5344CB8AC3E}">
        <p14:creationId xmlns:p14="http://schemas.microsoft.com/office/powerpoint/2010/main" val="84645133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-20">
            <a:extLst xmlns:a="http://schemas.openxmlformats.org/drawingml/2006/main">
              <a:ext uri="{FF2B5EF4-FFF2-40B4-BE49-F238E27FC236}">
                <a16:creationId xmlns:a16="http://schemas.microsoft.com/office/drawing/2014/main" id="{A3658DFB-3AFA-4312-8761-1A3D5587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accent-20">
            <a:extLst xmlns:a="http://schemas.openxmlformats.org/drawingml/2006/main">
              <a:ext uri="{FF2B5EF4-FFF2-40B4-BE49-F238E27FC236}">
                <a16:creationId xmlns:a16="http://schemas.microsoft.com/office/drawing/2014/main" id="{4FE2B6E0-1F8F-4555-B30A-06EB42FD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DB3"/>
          </a:solidFill>
          <a:ln xmlns:a="http://schemas.openxmlformats.org/drawingml/2006/main" w="0">
            <a:solidFill>
              <a:srgbClr val="0E8DB3"/>
            </a:solidFill>
            <a:prstDash val="solid"/>
          </a:ln>
        </p:spPr>
      </p:sp>
      <p:sp>
        <p:nvSpPr>
          <p:cNvPr id="3" name="eyebrow-20">
            <a:extLst xmlns:a="http://schemas.openxmlformats.org/drawingml/2006/main">
              <a:ext uri="{FF2B5EF4-FFF2-40B4-BE49-F238E27FC236}">
                <a16:creationId xmlns:a16="http://schemas.microsoft.com/office/drawing/2014/main" id="{D18BCC2F-14D6-44A6-9495-4FF116D8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191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/ GPU DRIVEN VSM</a:t>
            </a:r>
          </a:p>
        </p:txBody>
      </p:sp>
      <p:sp>
        <p:nvSpPr>
          <p:cNvPr id="4" name="title-20">
            <a:extLst xmlns:a="http://schemas.openxmlformats.org/drawingml/2006/main">
              <a:ext uri="{FF2B5EF4-FFF2-40B4-BE49-F238E27FC236}">
                <a16:creationId xmlns:a16="http://schemas.microsoft.com/office/drawing/2014/main" id="{069A47C9-CDE7-4548-AAA9-BEEEF7E3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闭环已完成，下一步优化可观测性与提交效率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685800" y="6381750"/>
            <a:ext cx="10820400" cy="47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1516C"/>
            </a:solidFill>
            <a:prstDash val="solid"/>
          </a:ln>
        </p:spPr>
      </p:cxnSp>
      <p:sp>
        <p:nvSpPr>
          <p:cNvPr id="6" name="source-20">
            <a:extLst xmlns:a="http://schemas.openxmlformats.org/drawingml/2006/main">
              <a:ext uri="{FF2B5EF4-FFF2-40B4-BE49-F238E27FC236}">
                <a16:creationId xmlns:a16="http://schemas.microsoft.com/office/drawing/2014/main" id="{36481098-046E-4C1E-989D-72ACB85A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  GPU Driven VSM Design:292–329</a:t>
            </a:r>
          </a:p>
        </p:txBody>
      </p:sp>
      <p:sp>
        <p:nvSpPr>
          <p:cNvPr id="7" name="page-20">
            <a:extLst xmlns:a="http://schemas.openxmlformats.org/drawingml/2006/main">
              <a:ext uri="{FF2B5EF4-FFF2-40B4-BE49-F238E27FC236}">
                <a16:creationId xmlns:a16="http://schemas.microsoft.com/office/drawing/2014/main" id="{94A92B5F-09FB-41B9-BC84-7456AACC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484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1AA91-D95B-42E9-BA4E-F5C9F78B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9065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当前闭环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71683-87BC-4295-BDB2-6803DCE0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10629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Camera Depth → Request → Cache → Allocate → Render → Sample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781050" y="2571750"/>
            <a:ext cx="10629900" cy="476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8DB3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5807D1-735C-4433-8888-6499D52B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8572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下一步不是推翻闭环，而是让工作量更少、更可观测。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0CBCB-7731-4F8F-B092-E6701B72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323850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8D6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366382-B525-48FE-9471-66A6A8C3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FB8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C95AC5-F846-4C74-B0C3-E64021EF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323850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A993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1DA058-5D46-45A6-A8F6-87048802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8D6FF"/>
                </a:solidFill>
                <a:latin typeface="Microsoft YaHei"/>
                <a:ea typeface="Microsoft YaHei"/>
                <a:cs typeface="Microsoft YaHei"/>
              </a:defRPr>
            </a:pPr>
            <a: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422F5E-476F-4CCD-9A8F-DD97326D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7195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GPU Scene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AAB794-217A-4C27-AF89-07544123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2667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把 caster 数据与失效检测也搬到 GPU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E84A9E-B6C1-4921-B6B3-809A02D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9095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B84D"/>
                </a:solidFill>
                <a:latin typeface="Microsoft YaHei"/>
                <a:ea typeface="Microsoft YaHei"/>
                <a:cs typeface="Microsoft YaHei"/>
              </a:defRPr>
            </a:pPr>
            <a: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348EF6-7D8B-499C-9220-65B58D42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7195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Indirect Submission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FF924-DEC4-4885-9314-0891EDB1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91050"/>
            <a:ext cx="2667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只提交真正 dirty 且相交的页面实例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ED462E-CC44-46C2-81DB-E5BDEB04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9095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93FF"/>
                </a:solidFill>
                <a:latin typeface="Microsoft YaHei"/>
                <a:ea typeface="Microsoft YaHei"/>
                <a:cs typeface="Microsoft YaHei"/>
              </a:defRPr>
            </a:pPr>
            <a: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58A33-FE8A-4593-B7DD-E2E39D92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3F8FC"/>
                </a:solidFill>
                <a:latin typeface="Microsoft YaHei"/>
                <a:ea typeface="Microsoft YaHei"/>
                <a:cs typeface="Microsoft YaHei"/>
              </a:defRPr>
            </a:pPr>
            <a:r>
              <a:t>Diagnostics + Metal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3101CA-EC77-42A0-A71F-A67BDDB3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667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6B8"/>
                </a:solidFill>
                <a:latin typeface="Microsoft YaHei"/>
                <a:ea typeface="Microsoft YaHei"/>
                <a:cs typeface="Microsoft YaHei"/>
              </a:defRPr>
            </a:pPr>
            <a:r>
              <a:t>计数器、调试视图与原生 Metal Compute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6F1605-791A-4B29-8BC6-92D263B1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4000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F7487"/>
                </a:solidFill>
                <a:latin typeface="Microsoft YaHei"/>
                <a:ea typeface="Microsoft YaHei"/>
                <a:cs typeface="Microsoft YaHei"/>
              </a:defRPr>
            </a:pPr>
            <a:r>
              <a:t>VEngine GPU Driven VSM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C44651-BC5A-4BC0-986A-21794D63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753100"/>
            <a:ext cx="5505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FE39A"/>
                </a:solidFill>
                <a:latin typeface="Microsoft YaHei"/>
                <a:ea typeface="Microsoft YaHei"/>
                <a:cs typeface="Microsoft YaHei"/>
              </a:defRPr>
            </a:pPr>
            <a:r>
              <a:t>工作流完整 · 边界清晰 · 可继续演进</a:t>
            </a:r>
          </a:p>
        </p:txBody>
      </p:sp>
    </p:spTree>
    <p:extLst>
      <p:ext uri="{BB962C8B-B14F-4D97-AF65-F5344CB8AC3E}">
        <p14:creationId xmlns:p14="http://schemas.microsoft.com/office/powerpoint/2010/main" val="20369278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2026-07-23T13:11:14.8940000Z</dcterms:created>
  <dcterms:modified xsi:type="dcterms:W3CDTF">2026-07-23T13:11:14.8940000Z</dcterms:modified>
</coreProperties>
</file>