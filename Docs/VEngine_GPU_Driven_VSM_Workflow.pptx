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815d0fd3054baf" /><Relationship Type="http://schemas.openxmlformats.org/officeDocument/2006/relationships/extended-properties" Target="/docProps/app.xml" Id="Rf969faa947494360" /><Relationship Type="http://schemas.openxmlformats.org/officeDocument/2006/relationships/officeDocument" Target="/ppt/presentation.xml" Id="R6d21da96eee7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67c2d3b3a4a8d"/>
  </p:sldMasterIdLst>
  <p:notesMasterIdLst>
    <p:notesMasterId xmlns:r="http://schemas.openxmlformats.org/officeDocument/2006/relationships" r:id="Rec67c71216a7422b"/>
  </p:notesMasterIdLst>
  <p:sldIdLst>
    <p:sldId xmlns:r="http://schemas.openxmlformats.org/officeDocument/2006/relationships" id="256" r:id="R3ea15d645fdf4e62"/>
    <p:sldId xmlns:r="http://schemas.openxmlformats.org/officeDocument/2006/relationships" id="257" r:id="Rc8cf1360fa7448d5"/>
    <p:sldId xmlns:r="http://schemas.openxmlformats.org/officeDocument/2006/relationships" id="258" r:id="R9aac73ffe5394c75"/>
    <p:sldId xmlns:r="http://schemas.openxmlformats.org/officeDocument/2006/relationships" id="259" r:id="R6555df4ce9b84bb7"/>
    <p:sldId xmlns:r="http://schemas.openxmlformats.org/officeDocument/2006/relationships" id="260" r:id="Rc63646265e8d450b"/>
    <p:sldId xmlns:r="http://schemas.openxmlformats.org/officeDocument/2006/relationships" id="261" r:id="R7beebb41a3884b0a"/>
    <p:sldId xmlns:r="http://schemas.openxmlformats.org/officeDocument/2006/relationships" id="262" r:id="Re720bdd55e854d5f"/>
    <p:sldId xmlns:r="http://schemas.openxmlformats.org/officeDocument/2006/relationships" id="263" r:id="R59c71d63e0824744"/>
    <p:sldId xmlns:r="http://schemas.openxmlformats.org/officeDocument/2006/relationships" id="264" r:id="R0e58a5afca614a4f"/>
    <p:sldId xmlns:r="http://schemas.openxmlformats.org/officeDocument/2006/relationships" id="265" r:id="R653f4deca0154d75"/>
    <p:sldId xmlns:r="http://schemas.openxmlformats.org/officeDocument/2006/relationships" id="266" r:id="R66022913d95741b6"/>
    <p:sldId xmlns:r="http://schemas.openxmlformats.org/officeDocument/2006/relationships" id="267" r:id="R5d20072317d443a1"/>
    <p:sldId xmlns:r="http://schemas.openxmlformats.org/officeDocument/2006/relationships" id="268" r:id="R6f3d836119d147b5"/>
    <p:sldId xmlns:r="http://schemas.openxmlformats.org/officeDocument/2006/relationships" id="269" r:id="Rc1d649fbc05f4c4e"/>
    <p:sldId xmlns:r="http://schemas.openxmlformats.org/officeDocument/2006/relationships" id="270" r:id="Rb8566ab4f48f466a"/>
    <p:sldId xmlns:r="http://schemas.openxmlformats.org/officeDocument/2006/relationships" id="271" r:id="R24ed2d612db44bbc"/>
    <p:sldId xmlns:r="http://schemas.openxmlformats.org/officeDocument/2006/relationships" id="272" r:id="R71aa004a9d4940ef"/>
    <p:sldId xmlns:r="http://schemas.openxmlformats.org/officeDocument/2006/relationships" id="273" r:id="R7aa7e0ec78b140a2"/>
    <p:sldId xmlns:r="http://schemas.openxmlformats.org/officeDocument/2006/relationships" id="274" r:id="R2880c4c4047f47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2c5c595ad401d" /><Relationship Type="http://schemas.openxmlformats.org/officeDocument/2006/relationships/slideMaster" Target="/ppt/slideMasters/slideMaster1.xml" Id="Ra6167c2d3b3a4a8d" /><Relationship Type="http://schemas.openxmlformats.org/officeDocument/2006/relationships/notesMaster" Target="/ppt/notesMasters/notesMaster1.xml" Id="Rec67c71216a7422b" /><Relationship Type="http://schemas.openxmlformats.org/officeDocument/2006/relationships/presProps" Target="/ppt/presProps.xml" Id="Rc2dd98f407234092" /><Relationship Type="http://schemas.openxmlformats.org/officeDocument/2006/relationships/tableStyles" Target="/ppt/tableStyles.xml" Id="Rf599eb895e954ee6" /><Relationship Type="http://schemas.openxmlformats.org/officeDocument/2006/relationships/slide" Target="/ppt/slides/slide1.xml" Id="R3ea15d645fdf4e62" /><Relationship Type="http://schemas.openxmlformats.org/officeDocument/2006/relationships/slide" Target="/ppt/slides/slide2.xml" Id="Rc8cf1360fa7448d5" /><Relationship Type="http://schemas.openxmlformats.org/officeDocument/2006/relationships/slide" Target="/ppt/slides/slide3.xml" Id="R9aac73ffe5394c75" /><Relationship Type="http://schemas.openxmlformats.org/officeDocument/2006/relationships/slide" Target="/ppt/slides/slide4.xml" Id="R6555df4ce9b84bb7" /><Relationship Type="http://schemas.openxmlformats.org/officeDocument/2006/relationships/slide" Target="/ppt/slides/slide5.xml" Id="Rc63646265e8d450b" /><Relationship Type="http://schemas.openxmlformats.org/officeDocument/2006/relationships/slide" Target="/ppt/slides/slide6.xml" Id="R7beebb41a3884b0a" /><Relationship Type="http://schemas.openxmlformats.org/officeDocument/2006/relationships/slide" Target="/ppt/slides/slide7.xml" Id="Re720bdd55e854d5f" /><Relationship Type="http://schemas.openxmlformats.org/officeDocument/2006/relationships/slide" Target="/ppt/slides/slide8.xml" Id="R59c71d63e0824744" /><Relationship Type="http://schemas.openxmlformats.org/officeDocument/2006/relationships/slide" Target="/ppt/slides/slide9.xml" Id="R0e58a5afca614a4f" /><Relationship Type="http://schemas.openxmlformats.org/officeDocument/2006/relationships/slide" Target="/ppt/slides/slide10.xml" Id="R653f4deca0154d75" /><Relationship Type="http://schemas.openxmlformats.org/officeDocument/2006/relationships/slide" Target="/ppt/slides/slide11.xml" Id="R66022913d95741b6" /><Relationship Type="http://schemas.openxmlformats.org/officeDocument/2006/relationships/slide" Target="/ppt/slides/slide12.xml" Id="R5d20072317d443a1" /><Relationship Type="http://schemas.openxmlformats.org/officeDocument/2006/relationships/slide" Target="/ppt/slides/slide13.xml" Id="R6f3d836119d147b5" /><Relationship Type="http://schemas.openxmlformats.org/officeDocument/2006/relationships/slide" Target="/ppt/slides/slide14.xml" Id="Rc1d649fbc05f4c4e" /><Relationship Type="http://schemas.openxmlformats.org/officeDocument/2006/relationships/slide" Target="/ppt/slides/slide15.xml" Id="Rb8566ab4f48f466a" /><Relationship Type="http://schemas.openxmlformats.org/officeDocument/2006/relationships/slide" Target="/ppt/slides/slide16.xml" Id="R24ed2d612db44bbc" /><Relationship Type="http://schemas.openxmlformats.org/officeDocument/2006/relationships/slide" Target="/ppt/slides/slide17.xml" Id="R71aa004a9d4940ef" /><Relationship Type="http://schemas.openxmlformats.org/officeDocument/2006/relationships/slide" Target="/ppt/slides/slide18.xml" Id="R7aa7e0ec78b140a2" /><Relationship Type="http://schemas.openxmlformats.org/officeDocument/2006/relationships/slide" Target="/ppt/slides/slide19.xml" Id="R2880c4c4047f47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d153a6699a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380c6a2994359" /><Relationship Type="http://schemas.openxmlformats.org/officeDocument/2006/relationships/notesMaster" Target="/ppt/notesMasters/notesMaster1.xml" Id="R47a1699f19c641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84b6070e134e3b" /><Relationship Type="http://schemas.openxmlformats.org/officeDocument/2006/relationships/notesMaster" Target="/ppt/notesMasters/notesMaster1.xml" Id="R81ddecb6ec8c47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95c244119740f4" /><Relationship Type="http://schemas.openxmlformats.org/officeDocument/2006/relationships/notesMaster" Target="/ppt/notesMasters/notesMaster1.xml" Id="Ra00ba6e81f0647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b558feabc4b34" /><Relationship Type="http://schemas.openxmlformats.org/officeDocument/2006/relationships/notesMaster" Target="/ppt/notesMasters/notesMaster1.xml" Id="Rc41d0f581b394d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97c718cb0420a" /><Relationship Type="http://schemas.openxmlformats.org/officeDocument/2006/relationships/notesMaster" Target="/ppt/notesMasters/notesMaster1.xml" Id="R33822b453cb8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8fc8fbfc54338" /><Relationship Type="http://schemas.openxmlformats.org/officeDocument/2006/relationships/notesMaster" Target="/ppt/notesMasters/notesMaster1.xml" Id="R0214f1d2e2f04c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1f0cee390b45b6" /><Relationship Type="http://schemas.openxmlformats.org/officeDocument/2006/relationships/notesMaster" Target="/ppt/notesMasters/notesMaster1.xml" Id="R57a68a397b5a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83804f67f04177" /><Relationship Type="http://schemas.openxmlformats.org/officeDocument/2006/relationships/notesMaster" Target="/ppt/notesMasters/notesMaster1.xml" Id="R17b5b37863c14a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8ca209729f4644" /><Relationship Type="http://schemas.openxmlformats.org/officeDocument/2006/relationships/notesMaster" Target="/ppt/notesMasters/notesMaster1.xml" Id="R76d4af89ed1f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00934f53a5441c" /><Relationship Type="http://schemas.openxmlformats.org/officeDocument/2006/relationships/notesMaster" Target="/ppt/notesMasters/notesMaster1.xml" Id="Rb66cc8df8720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fad60fbd5f4cf7" /><Relationship Type="http://schemas.openxmlformats.org/officeDocument/2006/relationships/notesMaster" Target="/ppt/notesMasters/notesMaster1.xml" Id="Rfab39cbfbf324e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725c42a72b4a9f" /><Relationship Type="http://schemas.openxmlformats.org/officeDocument/2006/relationships/notesMaster" Target="/ppt/notesMasters/notesMaster1.xml" Id="R456daaadf7534a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28187dc36b4c52" /><Relationship Type="http://schemas.openxmlformats.org/officeDocument/2006/relationships/notesMaster" Target="/ppt/notesMasters/notesMaster1.xml" Id="R1564e9b7b37a49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7e494aabc04422" /><Relationship Type="http://schemas.openxmlformats.org/officeDocument/2006/relationships/notesMaster" Target="/ppt/notesMasters/notesMaster1.xml" Id="Raef72d0c02ea43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a0a2e039594065" /><Relationship Type="http://schemas.openxmlformats.org/officeDocument/2006/relationships/notesMaster" Target="/ppt/notesMasters/notesMaster1.xml" Id="R33f7af079fc741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bcdbca538a4a41" /><Relationship Type="http://schemas.openxmlformats.org/officeDocument/2006/relationships/notesMaster" Target="/ppt/notesMasters/notesMaster1.xml" Id="R8ff0cc1abcb94c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47ee8cbced4eeb" /><Relationship Type="http://schemas.openxmlformats.org/officeDocument/2006/relationships/notesMaster" Target="/ppt/notesMasters/notesMaster1.xml" Id="R914a4bc65e6e4d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256dcd9e6a4a11" /><Relationship Type="http://schemas.openxmlformats.org/officeDocument/2006/relationships/notesMaster" Target="/ppt/notesMasters/notesMaster1.xml" Id="R9ae1c434cc454e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5c9fcd538784883" /><Relationship Type="http://schemas.openxmlformats.org/officeDocument/2006/relationships/notesMaster" Target="/ppt/notesMasters/notesMaster1.xml" Id="Rd067cd6ec340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开场：这不是一份通用 VSM 教程，而是当前 VEngine 实现的工作流复盘。</a:t>
            </a:r>
          </a:p>
          <a:p xmlns:a="http://schemas.openxmlformats.org/drawingml/2006/main">
            <a:r>
              <a:t>主线：Camera Depth 如何在同一帧内变成可采样的虚拟阴影页。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先给全景，再逐步拆解。</a:t>
            </a:r>
          </a:p>
          <a:p xmlns:a="http://schemas.openxmlformats.org/drawingml/2006/main">
            <a:r>
              <a:t>强调“同帧”和“无请求 readback”是贯穿全套演示的两条主线。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先区分逻辑分辨率与实际显存占用。</a:t>
            </a:r>
          </a:p>
          <a:p xmlns:a="http://schemas.openxmlformats.org/drawingml/2006/main">
            <a:r>
              <a:t>Dense entry 为 0 表示缺页，非零值编码 physical index + 1。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L3 到 L0 是分配优先级，不是屏幕绘制顺序。</a:t>
            </a:r>
          </a:p>
          <a:p xmlns:a="http://schemas.openxmlformats.org/drawingml/2006/main">
            <a:r>
              <a:t>粗级先拿到页面，物理池压力下仍能保持远景兜底。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本页主动划清边界，防止把设计中的后续工作误当成当前实现。</a:t>
            </a:r>
          </a:p>
          <a:p xmlns:a="http://schemas.openxmlformats.org/drawingml/2006/main">
            <a:r>
              <a:t>Metal 共用 RHI 合约，但 GPU-driven 选择条件当前明确排除 Metal。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Scene View 与 Game View 共享实现，不共享 page mapping 和 atlas 内容。</a:t>
            </a:r>
          </a:p>
          <a:p xmlns:a="http://schemas.openxmlformats.org/drawingml/2006/main">
            <a:r>
              <a:t>这是 Editor 多视口正确性的关键边界。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 个节点：1 depth + 3 前置 compute + 8 级别 pass + render + finalize。</a:t>
            </a:r>
          </a:p>
          <a:p xmlns:a="http://schemas.openxmlformats.org/drawingml/2006/main">
            <a:r>
              <a:t>下一页开始沿着这条图逐段放大。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深度预通道让页面需求来自实际可见 receiver。</a:t>
            </a:r>
          </a:p>
          <a:p xmlns:a="http://schemas.openxmlformats.org/drawingml/2006/main">
            <a:r>
              <a:t>透明物体和当前非目标 caster 类型不在首阶段范围。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requested 每帧清零，key、age 与 dirty 继续保留。</a:t>
            </a:r>
          </a:p>
          <a:p xmlns:a="http://schemas.openxmlformats.org/drawingml/2006/main">
            <a:r>
              <a:t>CPU 只上传小型失效键列表，这是当前 hybrid invalidation 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当前优化版把邻域扩张移出 per-pixel pass。</a:t>
            </a:r>
          </a:p>
          <a:p xmlns:a="http://schemas.openxmlformats.org/drawingml/2006/main">
            <a:r>
              <a:t>这样每个 receiver pixel 的全局原子写从最多 36 次下降到最多 4 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3×3 保守邻域在 logical-page scan 中完成。</a:t>
            </a:r>
          </a:p>
          <a:p xmlns:a="http://schemas.openxmlformats.org/drawingml/2006/main">
            <a:r>
              <a:t>RequestCounts 为四个级别提供独立 append offset。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ResolvePageHitsCS 在每个级别上并行处理 compact requests。</a:t>
            </a:r>
          </a:p>
          <a:p xmlns:a="http://schemas.openxmlformats.org/drawingml/2006/main">
            <a:r>
              <a:t>绝对页身份不匹配时，旧 local mapping 不能当作命中。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allocation 每个级别用单线程 dispatch，优先正确性。</a:t>
            </a:r>
          </a:p>
          <a:p xmlns:a="http://schemas.openxmlformats.org/drawingml/2006/main">
            <a:r>
              <a:t>池耗尽且全页 pinned 时保持 missing，采样继续尝试粗级。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VS 用 SV_InstanceID 读取 physical-page metadata。</a:t>
            </a:r>
          </a:p>
          <a:p xmlns:a="http://schemas.openxmlformats.org/drawingml/2006/main">
            <a:r>
              <a:t>这是 general GPU Scene 之前的 correctness-first bridge：CPU 仍按 mesh 提交，但不按 page 拆分。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 sampling 统一走 dense page table。</a:t>
            </a:r>
          </a:p>
          <a:p xmlns:a="http://schemas.openxmlformats.org/drawingml/2006/main">
            <a:r>
              <a:t>Atlas 寻址继续使用一 texel gutter 和比较采样 PCF。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移动 caster 必须同时失效旧阴影和新阴影覆盖。</a:t>
            </a:r>
          </a:p>
          <a:p xmlns:a="http://schemas.openxmlformats.org/drawingml/2006/main">
            <a:r>
              <a:t>失效键使用 absolute XY + level，故相机离开后返回仍不会复用过期内容。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标题栏验证当前截图来自 D3D11。</a:t>
            </a:r>
          </a:p>
          <a:p xmlns:a="http://schemas.openxmlformats.org/drawingml/2006/main">
            <a:r>
              <a:t>GPU 资源或管线失败时禁用 VSM，场景继续渲染。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这张图是当前构建的真实 Editor 截图，不是概念图。</a:t>
            </a:r>
          </a:p>
          <a:p xmlns:a="http://schemas.openxmlformats.org/drawingml/2006/main">
            <a:r>
              <a:t>可见两个视图同时呈现，支撑 per-view isolation 的验收场景。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收尾回到开场的同帧闭环。</a:t>
            </a:r>
          </a:p>
          <a:p xmlns:a="http://schemas.openxmlformats.org/drawingml/2006/main">
            <a:r>
              <a:t>后续工作按“减少 CPU 工作、减少无效 GPU 工作、补齐跨平台与诊断”三条线推进。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eabd723f243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497e5479548aa" /><Relationship Type="http://schemas.openxmlformats.org/officeDocument/2006/relationships/slideLayout" Target="/ppt/slideLayouts/slideLayout1.xml" Id="R072a7853ca43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2a7853ca43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504c68c6844ec" /><Relationship Type="http://schemas.openxmlformats.org/officeDocument/2006/relationships/notesSlide" Target="/ppt/notesSlides/notesSlide1.xml" Id="R590d6900fb434f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b7e684d864d7e" /><Relationship Type="http://schemas.openxmlformats.org/officeDocument/2006/relationships/notesSlide" Target="/ppt/notesSlides/notesSlide2.xml" Id="Re4911831c91e4b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784fb6cd14609" /><Relationship Type="http://schemas.openxmlformats.org/officeDocument/2006/relationships/notesSlide" Target="/ppt/notesSlides/notesSlide3.xml" Id="R7f4761a4a8de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f4574fb014f5d" /><Relationship Type="http://schemas.openxmlformats.org/officeDocument/2006/relationships/notesSlide" Target="/ppt/notesSlides/notesSlide4.xml" Id="R82e7dec594304a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c4da823224f04" /><Relationship Type="http://schemas.openxmlformats.org/officeDocument/2006/relationships/notesSlide" Target="/ppt/notesSlides/notesSlide5.xml" Id="Rdf1eae1d060340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6b04b215f4a36" /><Relationship Type="http://schemas.openxmlformats.org/officeDocument/2006/relationships/notesSlide" Target="/ppt/notesSlides/notesSlide6.xml" Id="Rb6ff322319e34a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ce495911b4b1c" /><Relationship Type="http://schemas.openxmlformats.org/officeDocument/2006/relationships/notesSlide" Target="/ppt/notesSlides/notesSlide7.xml" Id="R2b1d89be56d148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28a9007ff4e86" /><Relationship Type="http://schemas.openxmlformats.org/officeDocument/2006/relationships/notesSlide" Target="/ppt/notesSlides/notesSlide8.xml" Id="R77574dd743fc47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02fb8578d493f" /><Relationship Type="http://schemas.openxmlformats.org/officeDocument/2006/relationships/notesSlide" Target="/ppt/notesSlides/notesSlide9.xml" Id="R58ca021f508f4c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177c355994d62" /><Relationship Type="http://schemas.openxmlformats.org/officeDocument/2006/relationships/notesSlide" Target="/ppt/notesSlides/notesSlide10.xml" Id="Rf38da0171d4f43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70b0958134266" /><Relationship Type="http://schemas.openxmlformats.org/officeDocument/2006/relationships/notesSlide" Target="/ppt/notesSlides/notesSlide11.xml" Id="Rd939daf8f5ff46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8e279997f461a" /><Relationship Type="http://schemas.openxmlformats.org/officeDocument/2006/relationships/notesSlide" Target="/ppt/notesSlides/notesSlide12.xml" Id="R1dc5ed505dd540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364f1eb9f4679" /><Relationship Type="http://schemas.openxmlformats.org/officeDocument/2006/relationships/notesSlide" Target="/ppt/notesSlides/notesSlide13.xml" Id="R17a70652429c47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a7289f3c5411e" /><Relationship Type="http://schemas.openxmlformats.org/officeDocument/2006/relationships/notesSlide" Target="/ppt/notesSlides/notesSlide14.xml" Id="R297e6323868247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db352e27448f5" /><Relationship Type="http://schemas.openxmlformats.org/officeDocument/2006/relationships/notesSlide" Target="/ppt/notesSlides/notesSlide15.xml" Id="R8a80e7af43a947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af18ccd894195" /><Relationship Type="http://schemas.openxmlformats.org/officeDocument/2006/relationships/notesSlide" Target="/ppt/notesSlides/notesSlide16.xml" Id="R18292df057554b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8a2f998064f8a" /><Relationship Type="http://schemas.openxmlformats.org/officeDocument/2006/relationships/image" Target="/ppt/media/image.png" Id="R663365c6cf04407b" /><Relationship Type="http://schemas.openxmlformats.org/officeDocument/2006/relationships/notesSlide" Target="/ppt/notesSlides/notesSlide17.xml" Id="R87c9b05d9b414c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b7b964cd4414d" /><Relationship Type="http://schemas.openxmlformats.org/officeDocument/2006/relationships/image" Target="/ppt/media/image2.png" Id="Rdb202492b9f34050" /><Relationship Type="http://schemas.openxmlformats.org/officeDocument/2006/relationships/notesSlide" Target="/ppt/notesSlides/notesSlide18.xml" Id="R230e1f5b83ec4a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06a859b634ce5" /><Relationship Type="http://schemas.openxmlformats.org/officeDocument/2006/relationships/notesSlide" Target="/ppt/notesSlides/notesSlide19.xml" Id="Rfe19cd917b98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25083-EA6D-4B9B-B78E-6BA706A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B0AD1-9A62-4A7E-BD98-3F8B0AC3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69A5C-CDD2-4F6D-83C1-4D8EA52F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RENDERING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58527-76EE-4570-9654-FE39BC60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8580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GPU Driven
Virtual Shadow Maps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47FC4-0A8D-4E40-93D7-66B07165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638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从 Camera Depth 到同帧虚拟阴影页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BFA26-BA3E-4C2D-86DD-708AFC82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基于当前 D3D11 / D3D12 实现的端到端工作流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ADA09-54FD-4294-9445-53B9A73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992F5-D2B9-44F4-8797-A6A3D21E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351D1-CB0A-4949-8DC2-66189FB2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1143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0E8D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0CE65-D086-40DF-A1F4-9BDE3DD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1143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B078B-E766-40E1-B024-C366AF63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19350"/>
            <a:ext cx="1143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B146C-47AC-4755-AB76-C7415D91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0A90A-AB77-4730-B3DB-88CB82F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52995-EA4B-43FB-96FD-3CA25CB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384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ATLAS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781050" y="5772150"/>
            <a:ext cx="1038225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6876D-0600-4644-B7A7-F3BC7A7F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Internal Technical Sharing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74F25-204B-43DB-9124-F4C6830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9436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2026 · 07</a:t>
            </a:r>
          </a:p>
        </p:txBody>
      </p:sp>
    </p:spTree>
    <p:extLst>
      <p:ext uri="{BB962C8B-B14F-4D97-AF65-F5344CB8AC3E}">
        <p14:creationId xmlns:p14="http://schemas.microsoft.com/office/powerpoint/2010/main" val="1072990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ackground-2">
            <a:extLst xmlns:a="http://schemas.openxmlformats.org/drawingml/2006/main">
              <a:ext uri="{FF2B5EF4-FFF2-40B4-BE49-F238E27FC236}">
                <a16:creationId xmlns:a16="http://schemas.microsoft.com/office/drawing/2014/main" id="{B55AE42A-E416-4F55-921E-5F2C0A34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3B824F9A-902A-4119-8CDB-5D1A7D71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2">
            <a:extLst xmlns:a="http://schemas.openxmlformats.org/drawingml/2006/main">
              <a:ext uri="{FF2B5EF4-FFF2-40B4-BE49-F238E27FC236}">
                <a16:creationId xmlns:a16="http://schemas.microsoft.com/office/drawing/2014/main" id="{0CB67EAD-3E4D-47C0-ADC3-9BBFD38E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75E1F511-17A8-47E7-B76F-664073C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同一帧内，Camera Depth 变成可采样阴影页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2">
            <a:extLst xmlns:a="http://schemas.openxmlformats.org/drawingml/2006/main">
              <a:ext uri="{FF2B5EF4-FFF2-40B4-BE49-F238E27FC236}">
                <a16:creationId xmlns:a16="http://schemas.microsoft.com/office/drawing/2014/main" id="{57AA197D-EB6E-4BF3-8DEB-C9FAD55C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GpuVirtualShadowRenderPass.cpp:386–500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2DBF3840-20F3-4030-9254-0354EDE1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F86FC-46BB-4852-AA29-7A4DBEC7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146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58489-3385-4680-9E14-08E0777A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4EF6A-D64C-4D11-9504-D671AD54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434F4-007F-4125-A92C-2A672A3E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146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EB011-06E5-4E37-8F4A-4E22699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752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8BB4A-1BD7-4248-8881-CB3C074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75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Camera
Depth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9AA09-20CD-42D5-A3C7-A32711AC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752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4A52D-DDA0-40EE-A0BE-474FD36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52700"/>
            <a:ext cx="175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Mark &amp;
Compact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2F0F6-D365-4008-A520-309BABA7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1752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6BBEA-B65C-47BC-A003-0B815B11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75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 &amp;
Allocate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01540-DF6B-4740-AA1A-F856A48A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1752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00EE0-895E-4F44-8250-CF6977C1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175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
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2A714-4330-4354-8757-C832C089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17526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0A422-580E-40DF-8A12-97538277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1752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Forward
Sample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0B0DD-2554-42EC-9DF8-A51D056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5B8A1-1F4E-4D9F-92B7-7D79875E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104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4101B3-A987-40DD-A56D-809DFA0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90700"/>
            <a:ext cx="78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GPU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551A6-8FC2-4F9C-BAA9-DF677CD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D35D7-E77F-43BA-8020-48A7962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深度与相机矩阵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F926D-E0DC-4F0D-83BB-CC1D9C43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D2950-F9FC-4EAD-AF5D-255D89D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57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 Page Table + Atlas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6A18D-9F4D-454C-9EA7-72DAFCBC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0591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14A62-91DA-404E-A466-32B51E2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DE9AE-D771-439E-BF4A-2EEF2A3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1965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GPU 完成页面请求、缓存命中、物理页分配与页面绘制；CPU 不再读取请求列表，也不再逐页构建 draw。</a:t>
            </a:r>
          </a:p>
        </p:txBody>
      </p:sp>
    </p:spTree>
    <p:extLst>
      <p:ext uri="{BB962C8B-B14F-4D97-AF65-F5344CB8AC3E}">
        <p14:creationId xmlns:p14="http://schemas.microsoft.com/office/powerpoint/2010/main" val="1497057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background-4">
            <a:extLst xmlns:a="http://schemas.openxmlformats.org/drawingml/2006/main">
              <a:ext uri="{FF2B5EF4-FFF2-40B4-BE49-F238E27FC236}">
                <a16:creationId xmlns:a16="http://schemas.microsoft.com/office/drawing/2014/main" id="{EE0FE378-D686-492E-AE05-9D663E6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70BAB36C-F30F-4B29-9F8A-3661F055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4">
            <a:extLst xmlns:a="http://schemas.openxmlformats.org/drawingml/2006/main">
              <a:ext uri="{FF2B5EF4-FFF2-40B4-BE49-F238E27FC236}">
                <a16:creationId xmlns:a16="http://schemas.microsoft.com/office/drawing/2014/main" id="{66B057CD-E71E-4B47-BEDB-1441BB1A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A887D98F-EC4E-451F-BB13-3926539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16K 只是逻辑空间，真正驻留的是有限物理页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4">
            <a:extLst xmlns:a="http://schemas.openxmlformats.org/drawingml/2006/main">
              <a:ext uri="{FF2B5EF4-FFF2-40B4-BE49-F238E27FC236}">
                <a16:creationId xmlns:a16="http://schemas.microsoft.com/office/drawing/2014/main" id="{F6C51EAA-5D5C-40BA-976B-0CDA2D5B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VirtualShadowTypes.h:13–23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6CCB7A88-4818-4675-827D-4066A850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4E8C2-94BC-4E46-A905-155ABBC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LOGICAL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CEAD5-7A21-4978-8DB2-DDF1256B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525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PHYSICAL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C225C-0CE9-439C-8AA4-30A76E56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16K × 16K / 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D6163-323C-475B-8E8A-A9F9218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57350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≤ 2,048 resident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7DFE7-0B52-4ADA-AC75-6EA03576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528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A7877-6FC1-42B6-9172-DB701B36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EA0C7-BFC4-4556-965D-23A6526D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DDA56-AD0B-45AD-8CEE-1622242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E5EA1-4C12-474D-AA2B-5BC82AE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770F6-F065-462E-B16A-28C7F30C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867EF-9BCB-48F8-BBDD-879137F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A4EAC-E6AC-4279-B4F4-842B07AC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4DD06-8AE1-4DDD-85D5-5024448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DB0F3-56CD-4A6B-BDE9-0E5F174F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62967-A962-4C6E-9059-A2C050FE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64052A-CFC1-4097-ACB5-1E304874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535B7-B131-478F-881F-113D89C3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D1B85-1524-40C9-8FD8-FC573E6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0AC5D-2040-4B8A-A6DA-C22AC0BB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E3246-83DE-472E-A4DB-3A9466E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10785-25D7-4ECF-B378-404898E2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7C052-AA6B-407C-9556-2AC2B13D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60F5B2-64BF-4EB3-A79A-1B1B6F16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BB312C-3807-4840-8E4A-03A15BBA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DAE51-673D-4C3E-99BE-56E5731A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EA229-A1AE-45DD-A833-484ABED5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E176C2-0954-491E-A559-36C2184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F6507F-8426-436F-893C-ADD596D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E67B3E-AFAA-47A0-B098-65BC9467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9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D92D31-97A3-4AAB-ADDF-DA36A61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E7F7E-3CE0-44BA-A26E-7D8840A0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0AD95B-B040-4060-BB44-8E45B07F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8702C5-C57F-4781-867F-5BBEEB3D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D2E873-FBCB-449C-AE3B-749481F7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DCD9F9-17BB-4103-A97B-D065DB41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17646F-7EAB-482C-B3B0-BF9795A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76A604-AE71-4F5D-BBBA-DE3136C2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FCE92F-A098-4188-9551-562B7C66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3EABB6-2846-4652-92AA-248A592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948707-E6B6-4D83-9167-10D9287D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338A7F-0439-4358-99C3-778D8F65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80C2C1-8E9F-44BF-8749-6EA142A3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70FD88-2A3D-4164-847F-8B9391B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7A4FB5-59FA-47A7-8A68-43FAB08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A11A5A-EFD7-45EB-B525-6C2B0D5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F72889-8C62-4B18-9FE0-E0A781BC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262EF8-3981-46CD-9B6C-9B782E4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41C82D-A6CF-48D4-A665-2AD22B99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D46F51-2023-4972-88D4-57DD9B5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8F3779-C47A-4AA8-963A-BA9E1B5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2FEAE0-791F-49D5-8850-DF3C0AA0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5D0667-CEA0-4374-BA86-0BB13BE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0F107B-7D75-4EEC-8D0F-B823366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863487-034D-423E-91FF-29601D99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43A5B4-B9B3-4F4F-9F8A-5E81D30D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59339A-A9FD-48F6-880F-AC36EA2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061E72-7A2D-4547-A743-5E5FB21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24DC85-BD4A-45A2-BF2D-E0007F0D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F72DFD-DBA9-4CDA-B5DB-E68BBF69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88D872A-0F2D-4984-B8F5-465AE02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10B840-09EC-4B69-BACA-BA8CB70E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10FEE9-C406-4006-85AD-AE4EA8F4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2EDDE6-8C37-4066-B11F-AF3E4318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A0B35F-E58D-4ED1-962A-A27FE227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21F5B8-BB51-4A6F-8B39-5EC58709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094152-6B3B-450D-B264-4CA5EB72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89DA63-425A-4D9C-B84D-FB4E7A6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1871A8-E303-45CA-A2A6-D085EA23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9684268-E61A-48B2-AF66-4806243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482D56E-7DCA-4486-BACB-3B9AD4F6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128 × 128 logical pages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D85DE4-BA26-4A8D-85CE-FC83C6CA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E84DF3-4CAD-4F06-A943-A00F52F9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5FE39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8BD358-9A7E-41B7-9F80-CD31A78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1B3A5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C9E829-130B-4F2A-9624-0AD6A0F0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9525">
            <a:solidFill>
              <a:srgbClr val="0E8DB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1E6895-DF39-4048-B7A0-3CB1A8A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8E10A7C-0142-4256-9D9A-8B28CA0F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12E9F1-B618-4AE4-8561-077361FB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5FE39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6EB0B4-D012-4CE7-A4E9-52E95F94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1B3A5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08FF427-2286-4DB4-A64A-FDABE332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9525">
            <a:solidFill>
              <a:srgbClr val="0E8DB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F6E33B-F741-4836-880A-53F514F4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813A7D-6930-43DE-8334-D99909E6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C6BCA2-8671-4A37-A397-474AE28B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5FE39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1E4324-A897-4592-9530-C7CEFFE2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624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1B3A5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BC7050-EFE4-4016-AC02-AABE66F3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0E8DB3"/>
          </a:solidFill>
          <a:ln xmlns:a="http://schemas.openxmlformats.org/drawingml/2006/main" w="9525">
            <a:solidFill>
              <a:srgbClr val="0E8DB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2EB062F-DE51-4AE2-BA09-D74A4483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624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B84D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7612235-001D-470E-8EE5-BCA57CB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62450"/>
            <a:ext cx="676275" cy="676275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8DCB6A5-567B-4571-89F2-E18DCE6D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911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Atlas 只承载当前驻留页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051E9B-F76E-4CA3-A098-F4A3E95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1143000" cy="19621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150CD22-373A-473F-B1E0-EE69FCEF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映射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0B62EF6-EEB7-4E03-A9FF-98A8B4C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14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
Page Table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F2D1F8-FAD2-4ED4-AC88-0E6235E5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000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 = missing
n+1 = page</a:t>
            </a:r>
          </a:p>
        </p:txBody>
      </p:sp>
    </p:spTree>
    <p:extLst>
      <p:ext uri="{BB962C8B-B14F-4D97-AF65-F5344CB8AC3E}">
        <p14:creationId xmlns:p14="http://schemas.microsoft.com/office/powerpoint/2010/main" val="888830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ackground-5">
            <a:extLst xmlns:a="http://schemas.openxmlformats.org/drawingml/2006/main">
              <a:ext uri="{FF2B5EF4-FFF2-40B4-BE49-F238E27FC236}">
                <a16:creationId xmlns:a16="http://schemas.microsoft.com/office/drawing/2014/main" id="{1F15D28C-554B-4DD9-B429-ABE712E4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B167E766-A1CE-4038-AAEF-585900C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5">
            <a:extLst xmlns:a="http://schemas.openxmlformats.org/drawingml/2006/main">
              <a:ext uri="{FF2B5EF4-FFF2-40B4-BE49-F238E27FC236}">
                <a16:creationId xmlns:a16="http://schemas.microsoft.com/office/drawing/2014/main" id="{58647F64-8A05-497E-866D-86F1ECF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90E6BEB0-2C9F-49EC-9866-70C007A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四级 Clipmap 先保证覆盖，再把预算投向细节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5">
            <a:extLst xmlns:a="http://schemas.openxmlformats.org/drawingml/2006/main">
              <a:ext uri="{FF2B5EF4-FFF2-40B4-BE49-F238E27FC236}">
                <a16:creationId xmlns:a16="http://schemas.microsoft.com/office/drawing/2014/main" id="{02D639A6-CB58-4412-950D-080BB889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VirtualShadowClipmap.cpp:41–55 · GpuVirtualShadowRenderPass.cpp:444–473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44EBEA6A-15D6-451F-B825-ADD20E6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CCE86-500E-4EBA-8D84-6698A13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相机周围的四级覆盖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49EAC-AEAD-488F-BDE3-A7460B50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525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分配顺序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3C111-4A12-4B56-B44B-44D31CEB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1480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A3D47-DED3-4188-93A6-3AD56E05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2941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0D33B-151D-471B-B989-283DE349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472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L3 · 最粗 · 先处理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A1688-C6A8-42EE-80A3-CC0B70E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81250"/>
            <a:ext cx="4000500" cy="2419350"/>
          </a:xfrm>
          <a:prstGeom xmlns:a="http://schemas.openxmlformats.org/drawingml/2006/main" prst="roundRect">
            <a:avLst>
              <a:gd name="adj" fmla="val 315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1D52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3CA76-917F-4A05-A09B-0AA35E89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L2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C2176-B9F0-45F0-AC8C-5EADAB0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137A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0392E-1D28-4B59-8FE8-B5B9A006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628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L1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ECA76-F73C-4326-B5B7-9B93153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3A4D"/>
          </a:solidFill>
          <a:ln xmlns:a="http://schemas.openxmlformats.org/drawingml/2006/main" w="28575">
            <a:solidFill>
              <a:srgbClr val="38D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FED91-8712-45EC-85A6-240150F3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385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L0 · 最细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0474D-2D74-476B-B86A-5200E6A5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03EC2-B9E0-4FC2-B3DB-608BFCDC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909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012EE-F9BB-4089-97A2-F4945AB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57D01-7B7E-4DBB-956C-8509D685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L3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625C3-C717-456C-9325-154F49E1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先保覆盖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5AF3F-EE32-4B4B-9A27-DFE7D823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0E8D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35306-14C6-4296-AF83-148782CF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8DB3"/>
                </a:solidFill>
                <a:latin typeface="Microsoft YaHei"/>
                <a:ea typeface="Microsoft YaHei"/>
                <a:cs typeface="Microsoft YaHei"/>
              </a:defRPr>
            </a:pPr>
            <a:r>
              <a:t>L2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28BBA-FBAF-43EF-A640-5F585D11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再增细节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DCBE7-FE17-4FB4-8343-30A257E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37A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F1CDD-6EE1-4A47-9324-B08EA85C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7A9C"/>
                </a:solidFill>
                <a:latin typeface="Microsoft YaHei"/>
                <a:ea typeface="Microsoft YaHei"/>
                <a:cs typeface="Microsoft YaHei"/>
              </a:defRPr>
            </a:pPr>
            <a:r>
              <a:t>L1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86C99-AC60-4351-8762-31CEC222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继续细化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DF81B-B5C1-4812-956B-00C80178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3429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55612-1A6D-4134-92F6-CFF6EC98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L0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8C9A45-D630-4151-BC86-36E571EF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815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剩余预算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59EC2-4C2B-4240-A3B2-E43A9AD0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388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coarse → fine</a:t>
            </a:r>
          </a:p>
        </p:txBody>
      </p:sp>
    </p:spTree>
    <p:extLst>
      <p:ext uri="{BB962C8B-B14F-4D97-AF65-F5344CB8AC3E}">
        <p14:creationId xmlns:p14="http://schemas.microsoft.com/office/powerpoint/2010/main" val="1419386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ackground-6">
            <a:extLst xmlns:a="http://schemas.openxmlformats.org/drawingml/2006/main">
              <a:ext uri="{FF2B5EF4-FFF2-40B4-BE49-F238E27FC236}">
                <a16:creationId xmlns:a16="http://schemas.microsoft.com/office/drawing/2014/main" id="{142B2F7A-0F65-4B48-A04A-491FD61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644EE1F0-89BD-44B9-A855-06F00D7B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6">
            <a:extLst xmlns:a="http://schemas.openxmlformats.org/drawingml/2006/main">
              <a:ext uri="{FF2B5EF4-FFF2-40B4-BE49-F238E27FC236}">
                <a16:creationId xmlns:a16="http://schemas.microsoft.com/office/drawing/2014/main" id="{61A985D6-AF10-47F6-850F-4E6EB530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8397B5C4-CA58-4F9E-A7E7-9C38211D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当前切片聚焦一条可验证的 Windows 纵向路径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6">
            <a:extLst xmlns:a="http://schemas.openxmlformats.org/drawingml/2006/main">
              <a:ext uri="{FF2B5EF4-FFF2-40B4-BE49-F238E27FC236}">
                <a16:creationId xmlns:a16="http://schemas.microsoft.com/office/drawing/2014/main" id="{734D382E-4C7D-4C8D-8AD0-82E6BE10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 Driven VSM Design:22–81 · BaseRenderer.cpp:210–218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C11C1CAE-CC9A-4FB4-A38C-9B85EB6C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B9101-5A8B-4C3D-9C11-3A17D588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已实现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DCD28-D566-42A8-B7DF-D3E5249C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097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失效策略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732B4-A00B-4F3A-92C0-23DE323E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当前不包含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35FAB-AD02-4366-BE6B-D13BDD6E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048000" cy="3505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B2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575C4-D710-46BD-9B86-8DECEC4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3048000" cy="3505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0261B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45C3C-EA48-4F23-B673-F417519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048000" cy="35052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FEFD6-F502-4175-B297-B3150DED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368A1-58D5-49D1-AD4D-93D2F0C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7170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单方向光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BF24B-80B3-4CC3-9EA5-A7E676A9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47EE3-65BA-4126-949F-138C9ADF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2415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4 级 Clipmap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F13A1-05F3-4263-BA2A-587F5364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B773F-558C-4876-BED5-38EB8E3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Opaque rigid mesh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C8435-4316-49CD-AAC4-9B21EF21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72A2A-5D0E-4C21-B362-BEE91C7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D3D11 / D3D12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496FB-848D-403A-A879-531F935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897CB-4CD4-4082-B299-7E41EC47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同帧 GPU 分配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E0249-9DB0-4C75-B585-E177E86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FDD73-3E01-412C-BB0F-40D647C1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2152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失败即禁用 VSM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45022-149B-4402-AD1D-0FB8AECF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1A01E-925E-4618-98E1-A54C8A03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2152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Metal 当前无 VSM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B0738-0E4D-4008-B9B1-813AC91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6693E-6E88-430A-A6B8-A9BE1A0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29000"/>
            <a:ext cx="2152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创建失败不中断场景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C3308C-62A7-43A3-A3FB-FA894509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E1E7E8-2537-4D95-B3AB-F274B654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57650"/>
            <a:ext cx="2152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缺页使用粗级兜底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728A3-5076-4EA2-8745-B8A9763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487"/>
          </a:solidFill>
          <a:ln xmlns:a="http://schemas.openxmlformats.org/drawingml/2006/main" w="0">
            <a:solidFill>
              <a:srgbClr val="5F748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A43806-9F58-43EF-A371-C177F890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点光 / 聚光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560E89-67BF-4FAE-BDB9-AECB96CF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487"/>
          </a:solidFill>
          <a:ln xmlns:a="http://schemas.openxmlformats.org/drawingml/2006/main" w="0">
            <a:solidFill>
              <a:srgbClr val="5F748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88A75-5481-41B5-874E-3A9F6E8C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Sparse Texture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E14CA7-6B70-4278-A568-4C403E49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487"/>
          </a:solidFill>
          <a:ln xmlns:a="http://schemas.openxmlformats.org/drawingml/2006/main" w="0">
            <a:solidFill>
              <a:srgbClr val="5F748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F2587A-D28C-405C-BDA3-5074745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Async Compute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12B5D6-4B0B-4733-9EC3-1929DD9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487"/>
          </a:solidFill>
          <a:ln xmlns:a="http://schemas.openxmlformats.org/drawingml/2006/main" w="0">
            <a:solidFill>
              <a:srgbClr val="5F74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C1C70-F2C9-426B-A978-397A6220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Mesh Shader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312044-1CFA-4E56-96F1-71AA2849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487"/>
          </a:solidFill>
          <a:ln xmlns:a="http://schemas.openxmlformats.org/drawingml/2006/main" w="0">
            <a:solidFill>
              <a:srgbClr val="5F748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EE3E71-21BA-4CAE-A6EE-7B3D9BA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81500"/>
            <a:ext cx="2152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GPU Scene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2C2F20-985B-40FD-8AF1-3DAA8A85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51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这是一条 correctness-first 的 Windows 纵向切片</a:t>
            </a:r>
          </a:p>
        </p:txBody>
      </p:sp>
    </p:spTree>
    <p:extLst>
      <p:ext uri="{BB962C8B-B14F-4D97-AF65-F5344CB8AC3E}">
        <p14:creationId xmlns:p14="http://schemas.microsoft.com/office/powerpoint/2010/main" val="1853413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ackground-7">
            <a:extLst xmlns:a="http://schemas.openxmlformats.org/drawingml/2006/main">
              <a:ext uri="{FF2B5EF4-FFF2-40B4-BE49-F238E27FC236}">
                <a16:creationId xmlns:a16="http://schemas.microsoft.com/office/drawing/2014/main" id="{D83C9A1A-D0A5-4F3A-9BA2-A7BDEEBC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8B2A02D7-8F59-479F-B0F4-9E4B2A41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7">
            <a:extLst xmlns:a="http://schemas.openxmlformats.org/drawingml/2006/main">
              <a:ext uri="{FF2B5EF4-FFF2-40B4-BE49-F238E27FC236}">
                <a16:creationId xmlns:a16="http://schemas.microsoft.com/office/drawing/2014/main" id="{B4C7D6E7-A5FD-48B5-99C8-72E3A2F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7">
            <a:extLst xmlns:a="http://schemas.openxmlformats.org/drawingml/2006/main">
              <a:ext uri="{FF2B5EF4-FFF2-40B4-BE49-F238E27FC236}">
                <a16:creationId xmlns:a16="http://schemas.microsoft.com/office/drawing/2014/main" id="{1D631452-633E-4C48-9AD6-32F889A5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 Render View 都有独立 GPU 页缓存</a:t>
            </a:r>
          </a:p>
        </p:txBody>
      </p:sp>
      <p:cxnSp>
        <p:nvCxnSpPr>
          <p:cNvPr id="79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7">
            <a:extLst xmlns:a="http://schemas.openxmlformats.org/drawingml/2006/main">
              <a:ext uri="{FF2B5EF4-FFF2-40B4-BE49-F238E27FC236}">
                <a16:creationId xmlns:a16="http://schemas.microsoft.com/office/drawing/2014/main" id="{FA776831-5446-4A01-A82B-46F294AF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VirtualShadowViewCache.cpp:505–545 · RenderViewState.h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6D7B4BD3-729C-4863-8E4F-31A6BCB9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E57BC-7B84-4EEC-80D2-3CE56E39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Scene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40227-A2D9-494B-A9D3-BC68C9EC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62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Game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9AE9B-7443-4A92-8446-393A3AE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DAB31-1F09-476A-A0ED-E130AFEF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9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E6749-8AB0-4393-84B3-E926792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8575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BE6AC-ABB2-4391-9AD5-96B5DCE6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8575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FFE72-6EEB-411C-B829-C0E1FF4D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39243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EAD48-D225-4961-B758-654CEE5E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924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VirtualShadowViewCache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60A5D-94D9-4FC3-9C11-52DA6159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342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共享实现代码
Shader · Pipeline · RenderGraph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724400" y="3562350"/>
            <a:ext cx="2667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5C162-7E22-40AD-B90E-CEA55A1D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不共享可变状态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579D8-B4F6-4E11-BDC5-8DE5920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mapping · age · dirty · atlas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DBEAE-A257-474E-8F34-1680E2E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29A4D-C953-4EDC-A49D-6C5C6BB3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Page Marks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0B265-A314-4A47-9C42-BFB5BC9C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B4502-D1E0-4756-B0F3-AD850D1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Page Marks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E8B0D-2A6A-49BC-BDA0-CB6EAF2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58C45B-5788-4FAD-98C3-D687AA0E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 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077F2-ADBA-4C02-A2ED-6EE41504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C1E6A-C675-4075-A560-31C69715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 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A1EEB-CB84-4284-BDC3-55BA46EC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F4DBC-B40A-4A0F-B6CF-34467BC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 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B2482-588F-4225-AD77-6748255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6AD815-87F1-4600-B2A7-BE08BB57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480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 Table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E82AEB-D301-4173-9D56-EAE62754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CD4AC-634C-4563-8DBB-37934C4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Physical Meta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D9728-7BD3-4527-B1F7-7B1B2C13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79000F-9BFF-40E7-B1A3-F916023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Physical Meta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A3DB9D-8EC5-4495-A0DC-1381BB97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3340"/>
          </a:solidFill>
          <a:ln xmlns:a="http://schemas.openxmlformats.org/drawingml/2006/main" w="9525">
            <a:solidFill>
              <a:srgbClr val="38D6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4224C3-E16D-4CD4-BD5E-AF68EFDC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 Atlas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34C3D8-9F39-4335-93A8-A03F5DFE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362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1E3F"/>
          </a:solidFill>
          <a:ln xmlns:a="http://schemas.openxmlformats.org/drawingml/2006/main" w="9525">
            <a:solidFill>
              <a:srgbClr val="A993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4F6E81-A61D-45E3-A8E6-4D8E6F0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62425"/>
            <a:ext cx="2171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 Atlas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0009AB-AE5C-434F-AA12-47A45156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05450"/>
            <a:ext cx="9067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相机移动不会污染另一个视图的缓存</a:t>
            </a:r>
          </a:p>
        </p:txBody>
      </p:sp>
    </p:spTree>
    <p:extLst>
      <p:ext uri="{BB962C8B-B14F-4D97-AF65-F5344CB8AC3E}">
        <p14:creationId xmlns:p14="http://schemas.microsoft.com/office/powerpoint/2010/main" val="1108456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background-8">
            <a:extLst xmlns:a="http://schemas.openxmlformats.org/drawingml/2006/main">
              <a:ext uri="{FF2B5EF4-FFF2-40B4-BE49-F238E27FC236}">
                <a16:creationId xmlns:a16="http://schemas.microsoft.com/office/drawing/2014/main" id="{C629B027-81BD-4E50-B1E6-96AC9C3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D2A27DC0-8FC1-46D3-A675-77ADFC9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8">
            <a:extLst xmlns:a="http://schemas.openxmlformats.org/drawingml/2006/main">
              <a:ext uri="{FF2B5EF4-FFF2-40B4-BE49-F238E27FC236}">
                <a16:creationId xmlns:a16="http://schemas.microsoft.com/office/drawing/2014/main" id="{52C14C7E-1F1C-49B6-8C8D-6CBE7CD9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A41A5445-E2E0-407A-9C63-1361BF41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RenderGraph 把 14 个节点串成显式依赖链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8">
            <a:extLst xmlns:a="http://schemas.openxmlformats.org/drawingml/2006/main">
              <a:ext uri="{FF2B5EF4-FFF2-40B4-BE49-F238E27FC236}">
                <a16:creationId xmlns:a16="http://schemas.microsoft.com/office/drawing/2014/main" id="{834C3DC5-C85B-4A54-BD7D-BF5CBF0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GpuVirtualShadowRenderPass.cpp:386–500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96F9253C-3BC7-41FB-BAA4-ACEE81F5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B6B60-737B-4CEE-B631-0DA22FFB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1028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93FF"/>
          </a:solidFill>
          <a:ln xmlns:a="http://schemas.openxmlformats.org/drawingml/2006/main" w="0">
            <a:solidFill>
              <a:srgbClr val="A99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6447B-91D3-40DF-94DF-A69E0A0B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62075"/>
            <a:ext cx="102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RASTER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7B146-4F1F-497A-9B4D-7A29895D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33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3C892-E2F6-4A31-8936-3309D610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62075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2F489-D96B-4F4C-8F14-B106DB73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362075"/>
            <a:ext cx="762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每一条边都来自 FrameGraph 的 buffer / texture 读写依赖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E9FFB-83E7-40B9-AD58-6EE5722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57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8AEF3-090C-41DB-9DCD-5B64447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D09C2-3585-4580-95EF-DC6E3328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F8365-4BFC-47C6-980B-E5A02B58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E749B-8FF6-4FB7-9E63-0ED7462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429AB-EB74-4F8B-82C1-C14F826C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57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71CBE-E179-48C6-AD3B-0F6F056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46764-27FC-4572-87DB-7D7A29B4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3AEAE-F91F-4806-8DAD-78F5161B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6C524-11D9-497F-A7E5-1DE35CE0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E00F9-C454-4845-86BB-ACF5923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61C1F-AAAF-41C3-83E5-499222D4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A1E4D-DF2D-445F-B36B-24DA5D6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38893-A35D-499D-B82B-88F0AA7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79A3F-0291-4C2C-8857-9AA487F9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3403A2-EED1-4BF3-9773-E87E1869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 L3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FACE4-9D77-417B-98F0-7D9EBBC0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AA42B-06A7-4283-AB0D-7B13C279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 L3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A721D2-0EDE-486E-8660-4AD7738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3360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2654E-73CF-4BFE-B8D7-31D71A7F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6220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 L2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6E1FD1-2A60-4603-816A-0A8FB1F1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91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A9080-84B4-426E-8E70-C129D3B7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7C21E1-4D83-4837-9318-97CA76CD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91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65D048-9E51-4234-BB21-CC5C5155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97E246-9748-4E9B-ACCC-A3F1464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9771D4-F549-4C5D-BF0F-BAEFC23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910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91650C-844B-4AC3-B21C-2E478A2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B4D562-89D8-47AF-AFBF-4776A6D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 L2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4C75B6-0BEB-4B09-8A29-9709DC0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1E4607-2F72-4A40-9181-85BBE412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 L1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297089-1E42-4BA9-A55B-BCD5B08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B78BB0-DF9C-4595-8D21-92D0BEEF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 L1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19F83F-554E-47B9-BD38-647BEF9D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3A522A-CF8E-4703-AABF-D76C419A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 L0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C96CD9-8A6B-4E3B-87E3-269740DD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C90A3C-FB72-4979-894E-937D1772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 L0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A5C82A-8901-413B-9C8D-C853F45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BEDFA3-5D13-40CD-BFBF-76A1431D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 Pages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050C49-DAF0-4838-A046-3939F462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67150"/>
            <a:ext cx="1333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C60FC3-3A2F-4BF8-B7CE-ED2BC49A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95750"/>
            <a:ext cx="1181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Finalize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52EC62-6575-4C62-A7D4-B8B31FF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52750"/>
            <a:ext cx="26670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7392EA-CB8A-4502-A884-EB3E3B9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8160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coarse → fine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4D35FD-F8E0-404D-9B9B-A5E1A35B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86400"/>
            <a:ext cx="613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91521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CAD965-BF25-49B5-A25F-F109F711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62600"/>
            <a:ext cx="5791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RENDERGRAPH SCHEDULING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CD8500-64F8-4BBF-B7CA-90510649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53100"/>
            <a:ext cx="5791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6E2"/>
                </a:solidFill>
                <a:latin typeface="Cascadia Mono"/>
                <a:ea typeface="Cascadia Mono"/>
                <a:cs typeface="Cascadia Mono"/>
              </a:defRPr>
            </a:pPr>
            <a:r>
              <a:t>AddRasterPass("VirtualShadowReceiverDepth")
AddComputePass("VirtualShadowMarkPages")
for (level = 3; level &gt;= 0; --level) { Resolve; Allocate; }</a:t>
            </a:r>
          </a:p>
        </p:txBody>
      </p:sp>
    </p:spTree>
    <p:extLst>
      <p:ext uri="{BB962C8B-B14F-4D97-AF65-F5344CB8AC3E}">
        <p14:creationId xmlns:p14="http://schemas.microsoft.com/office/powerpoint/2010/main" val="12182478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background-9">
            <a:extLst xmlns:a="http://schemas.openxmlformats.org/drawingml/2006/main">
              <a:ext uri="{FF2B5EF4-FFF2-40B4-BE49-F238E27FC236}">
                <a16:creationId xmlns:a16="http://schemas.microsoft.com/office/drawing/2014/main" id="{6D999504-6C70-4363-A584-2D616E9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9">
            <a:extLst xmlns:a="http://schemas.openxmlformats.org/drawingml/2006/main">
              <a:ext uri="{FF2B5EF4-FFF2-40B4-BE49-F238E27FC236}">
                <a16:creationId xmlns:a16="http://schemas.microsoft.com/office/drawing/2014/main" id="{C4330F1C-4CBA-4BE2-8521-42497BA9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9">
            <a:extLst xmlns:a="http://schemas.openxmlformats.org/drawingml/2006/main">
              <a:ext uri="{FF2B5EF4-FFF2-40B4-BE49-F238E27FC236}">
                <a16:creationId xmlns:a16="http://schemas.microsoft.com/office/drawing/2014/main" id="{1CFAE5D3-3DBD-4851-B684-FBA36DD3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7CB6BA77-5A8F-4E69-99D4-1FAF1F6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Receiver Depth 是页请求的唯一几何输入</a:t>
            </a:r>
          </a:p>
        </p:txBody>
      </p:sp>
      <p:cxnSp>
        <p:nvCxnSpPr>
          <p:cNvPr id="108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9">
            <a:extLst xmlns:a="http://schemas.openxmlformats.org/drawingml/2006/main">
              <a:ext uri="{FF2B5EF4-FFF2-40B4-BE49-F238E27FC236}">
                <a16:creationId xmlns:a16="http://schemas.microsoft.com/office/drawing/2014/main" id="{9F0311A1-9F6A-41F6-B703-EF8AF3FA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GpuVirtualShadowRenderPass.cpp:394–418, 502–543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22B36C47-6208-4980-B83D-971C582E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8" name="stage-arrow-0-0">
            <a:extLst xmlns:a="http://schemas.openxmlformats.org/drawingml/2006/main">
              <a:ext uri="{FF2B5EF4-FFF2-40B4-BE49-F238E27FC236}">
                <a16:creationId xmlns:a16="http://schemas.microsoft.com/office/drawing/2014/main" id="{8866B3D9-B8A2-4EF6-9488-40B2A480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0-1">
            <a:extLst xmlns:a="http://schemas.openxmlformats.org/drawingml/2006/main">
              <a:ext uri="{FF2B5EF4-FFF2-40B4-BE49-F238E27FC236}">
                <a16:creationId xmlns:a16="http://schemas.microsoft.com/office/drawing/2014/main" id="{A7B925B9-4E8A-47B8-BA2A-0248016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0-2">
            <a:extLst xmlns:a="http://schemas.openxmlformats.org/drawingml/2006/main">
              <a:ext uri="{FF2B5EF4-FFF2-40B4-BE49-F238E27FC236}">
                <a16:creationId xmlns:a16="http://schemas.microsoft.com/office/drawing/2014/main" id="{E1A40CC4-153E-44F0-9CD9-5E82EF96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0-3">
            <a:extLst xmlns:a="http://schemas.openxmlformats.org/drawingml/2006/main">
              <a:ext uri="{FF2B5EF4-FFF2-40B4-BE49-F238E27FC236}">
                <a16:creationId xmlns:a16="http://schemas.microsoft.com/office/drawing/2014/main" id="{DC25341C-859C-4F70-BB71-2D8375BD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0-4">
            <a:extLst xmlns:a="http://schemas.openxmlformats.org/drawingml/2006/main">
              <a:ext uri="{FF2B5EF4-FFF2-40B4-BE49-F238E27FC236}">
                <a16:creationId xmlns:a16="http://schemas.microsoft.com/office/drawing/2014/main" id="{F7A18C16-7B2F-4199-8264-F806EBA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0-5">
            <a:extLst xmlns:a="http://schemas.openxmlformats.org/drawingml/2006/main">
              <a:ext uri="{FF2B5EF4-FFF2-40B4-BE49-F238E27FC236}">
                <a16:creationId xmlns:a16="http://schemas.microsoft.com/office/drawing/2014/main" id="{E30E5AAB-CA98-4166-A36A-DA5C48BE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0-6">
            <a:extLst xmlns:a="http://schemas.openxmlformats.org/drawingml/2006/main">
              <a:ext uri="{FF2B5EF4-FFF2-40B4-BE49-F238E27FC236}">
                <a16:creationId xmlns:a16="http://schemas.microsoft.com/office/drawing/2014/main" id="{EBABE2CD-A943-43AA-9398-33F6498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0-0">
            <a:extLst xmlns:a="http://schemas.openxmlformats.org/drawingml/2006/main">
              <a:ext uri="{FF2B5EF4-FFF2-40B4-BE49-F238E27FC236}">
                <a16:creationId xmlns:a16="http://schemas.microsoft.com/office/drawing/2014/main" id="{78391061-8072-4213-86E7-B55E162A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6" name="stage-label-0-0">
            <a:extLst xmlns:a="http://schemas.openxmlformats.org/drawingml/2006/main">
              <a:ext uri="{FF2B5EF4-FFF2-40B4-BE49-F238E27FC236}">
                <a16:creationId xmlns:a16="http://schemas.microsoft.com/office/drawing/2014/main" id="{66C4BC82-E38D-4376-8927-1804D87C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0-1">
            <a:extLst xmlns:a="http://schemas.openxmlformats.org/drawingml/2006/main">
              <a:ext uri="{FF2B5EF4-FFF2-40B4-BE49-F238E27FC236}">
                <a16:creationId xmlns:a16="http://schemas.microsoft.com/office/drawing/2014/main" id="{A65B1D06-5597-4781-A1B8-5CD593C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0-1">
            <a:extLst xmlns:a="http://schemas.openxmlformats.org/drawingml/2006/main">
              <a:ext uri="{FF2B5EF4-FFF2-40B4-BE49-F238E27FC236}">
                <a16:creationId xmlns:a16="http://schemas.microsoft.com/office/drawing/2014/main" id="{A53EC1AD-7F9A-4733-96BE-53D26B9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0-2">
            <a:extLst xmlns:a="http://schemas.openxmlformats.org/drawingml/2006/main">
              <a:ext uri="{FF2B5EF4-FFF2-40B4-BE49-F238E27FC236}">
                <a16:creationId xmlns:a16="http://schemas.microsoft.com/office/drawing/2014/main" id="{9B514ADB-DEC0-43C8-A851-C7C4856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0-2">
            <a:extLst xmlns:a="http://schemas.openxmlformats.org/drawingml/2006/main">
              <a:ext uri="{FF2B5EF4-FFF2-40B4-BE49-F238E27FC236}">
                <a16:creationId xmlns:a16="http://schemas.microsoft.com/office/drawing/2014/main" id="{1A48D54D-1155-4CCD-B8FC-5441EB8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0-3">
            <a:extLst xmlns:a="http://schemas.openxmlformats.org/drawingml/2006/main">
              <a:ext uri="{FF2B5EF4-FFF2-40B4-BE49-F238E27FC236}">
                <a16:creationId xmlns:a16="http://schemas.microsoft.com/office/drawing/2014/main" id="{EAC40089-3F84-4635-AAD9-831F287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0-3">
            <a:extLst xmlns:a="http://schemas.openxmlformats.org/drawingml/2006/main">
              <a:ext uri="{FF2B5EF4-FFF2-40B4-BE49-F238E27FC236}">
                <a16:creationId xmlns:a16="http://schemas.microsoft.com/office/drawing/2014/main" id="{17DDEC05-6D7E-46E3-8141-301A1A9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0-4">
            <a:extLst xmlns:a="http://schemas.openxmlformats.org/drawingml/2006/main">
              <a:ext uri="{FF2B5EF4-FFF2-40B4-BE49-F238E27FC236}">
                <a16:creationId xmlns:a16="http://schemas.microsoft.com/office/drawing/2014/main" id="{71FF2F3E-B0C1-44F9-81A0-4CC4518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0-4">
            <a:extLst xmlns:a="http://schemas.openxmlformats.org/drawingml/2006/main">
              <a:ext uri="{FF2B5EF4-FFF2-40B4-BE49-F238E27FC236}">
                <a16:creationId xmlns:a16="http://schemas.microsoft.com/office/drawing/2014/main" id="{CC34288E-A230-444A-B5D0-9A17F461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0-5">
            <a:extLst xmlns:a="http://schemas.openxmlformats.org/drawingml/2006/main">
              <a:ext uri="{FF2B5EF4-FFF2-40B4-BE49-F238E27FC236}">
                <a16:creationId xmlns:a16="http://schemas.microsoft.com/office/drawing/2014/main" id="{316B1CB7-66BA-43E1-966E-40A0CC8C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0-5">
            <a:extLst xmlns:a="http://schemas.openxmlformats.org/drawingml/2006/main">
              <a:ext uri="{FF2B5EF4-FFF2-40B4-BE49-F238E27FC236}">
                <a16:creationId xmlns:a16="http://schemas.microsoft.com/office/drawing/2014/main" id="{B3155571-BA1F-42E0-8926-8EABE933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0-6">
            <a:extLst xmlns:a="http://schemas.openxmlformats.org/drawingml/2006/main">
              <a:ext uri="{FF2B5EF4-FFF2-40B4-BE49-F238E27FC236}">
                <a16:creationId xmlns:a16="http://schemas.microsoft.com/office/drawing/2014/main" id="{A7486CAE-F3CC-4BD0-B3D5-4653C820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0-6">
            <a:extLst xmlns:a="http://schemas.openxmlformats.org/drawingml/2006/main">
              <a:ext uri="{FF2B5EF4-FFF2-40B4-BE49-F238E27FC236}">
                <a16:creationId xmlns:a16="http://schemas.microsoft.com/office/drawing/2014/main" id="{BBD874DF-75B3-4D60-9A01-5019D82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0-7">
            <a:extLst xmlns:a="http://schemas.openxmlformats.org/drawingml/2006/main">
              <a:ext uri="{FF2B5EF4-FFF2-40B4-BE49-F238E27FC236}">
                <a16:creationId xmlns:a16="http://schemas.microsoft.com/office/drawing/2014/main" id="{F9F67433-3830-4B4C-A982-A6C42FF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0-7">
            <a:extLst xmlns:a="http://schemas.openxmlformats.org/drawingml/2006/main">
              <a:ext uri="{FF2B5EF4-FFF2-40B4-BE49-F238E27FC236}">
                <a16:creationId xmlns:a16="http://schemas.microsoft.com/office/drawing/2014/main" id="{E76C1833-AB77-4D9B-916E-83A5F9F9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4CA767-1A19-46C8-95FC-C45D233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屏幕深度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AC1626-4A51-4DA9-8219-B5010680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D26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0DD8A6-BDC6-44C7-B435-EC5970A0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AEC7B1-1CEC-44B8-BA47-9761B5F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2730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B749DF-FD44-42DE-9AFC-6108AA8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32C35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473EBD-47FC-4A78-AAAF-CCB20E63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8313A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3DF6A-A851-4FB0-A976-1CDF0E53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363F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D74D7-9D63-40D1-9BD6-A08632FB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23B44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AD6EB9-8FDC-4639-9924-B7345C63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74049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E575B8-C94D-4F43-A474-D1BF63EE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C454E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8827FE-4CF4-47A2-9543-6FED324A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D26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EFEB2D-A93E-4245-A97D-763540EC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1DF5B4-BF13-4883-BEB6-65539C6A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2730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339D8C-3278-4208-9E32-286EA399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32C35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262672-AA81-4CD5-A180-67838A1E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8313A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329A9A-95E1-4554-9A9B-26F05704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363F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CA911A-D18F-4491-A2A4-73C3D25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23B44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92E3EF-37F5-4A58-B210-8385A08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74049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9D934C-BCD8-459C-8A7D-F47ECBD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C454E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94C244-DB4B-4C57-B4A9-AD25BCD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D26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5AD09D-DDF9-40F1-B56F-87035EF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BC0469-D6A8-4208-8D6C-D4F67D7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2730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A55EA9-A59A-4ACE-9BCC-5C41CA8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32C35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41509E-B6E7-4FA1-B1B5-61F6767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8313A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8DC3F0-C6A9-4500-9920-12AB236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363F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7C6C7F-1220-46CB-B5AB-761A7C5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23B44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742185-6938-422E-B592-2F3C0CE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74049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F27DDD-2D4B-4554-B8BE-218ED64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C454E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535691-91B6-4968-96EB-3BE8748A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D26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B731B2-4E46-4F8C-A5FF-17863397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DC29AB-FE61-4846-9FB0-43BC8F4A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2730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F19BF5-4AF9-491A-92A9-BFD78D58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32C35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1CE1A6-9F8B-49E2-B555-59C66FC7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957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8313A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9C3DEB-6C4F-46A5-BCE5-7DD9C680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363F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584696-0738-4E56-BE09-F9D06798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23B44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69A9EA-7FF9-456F-8FC3-170A0769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74049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C103CF-A810-4318-A471-E821AE3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C454E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48E7417-45FE-4F97-A59E-4A8DA086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D26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5F6F3C-D832-4064-9AFE-2E22A8D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D22C43-E1E8-4E3D-8E69-051A558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2730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2991A9B-BD7E-44E6-A181-557D87A6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32C35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342CBD-49C8-4345-9D5B-83F13CA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8313A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6127BB-1CDD-43B9-B7C2-E945C7C1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363F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7DAB79-4CE5-436C-8586-F488277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23B44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89C3AB4-998E-4A37-9BA6-F3B7BF3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74049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A7F057-F7C9-4A65-AED1-0095B90A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C454E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FFD2A3-363A-4A97-960D-675736F0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D26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FC39DE-8401-45FF-A32F-64CED473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222B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1AF9E0-C76C-47C0-8EFB-7CF633D0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9580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2730"/>
          </a:solidFill>
          <a:ln xmlns:a="http://schemas.openxmlformats.org/drawingml/2006/main" w="0">
            <a:solidFill>
              <a:srgbClr val="31516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2B7DD2-0BF2-4949-95FC-5DD3BBCE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95650"/>
            <a:ext cx="371475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A993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D1BCDF-BC6A-40D7-8400-24E1510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318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1 thread / pixel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8AE9E6-3155-4105-86F7-C7DE608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F793EC-06DE-448D-AFD7-5008020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19350"/>
            <a:ext cx="495300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CD5C44-2013-4463-AB24-27CB6E5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430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Receiver Depth Prepass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785CD4-860F-4036-894F-28B11DA4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3FF"/>
          </a:solidFill>
          <a:ln xmlns:a="http://schemas.openxmlformats.org/drawingml/2006/main" w="0">
            <a:solidFill>
              <a:srgbClr val="A993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07074E-D557-4082-BD74-0968F9F8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057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只绘制不透明 receiver 深度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03E9B5-EBF3-461F-9443-AAFB1D11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3FF"/>
          </a:solidFill>
          <a:ln xmlns:a="http://schemas.openxmlformats.org/drawingml/2006/main" w="0">
            <a:solidFill>
              <a:srgbClr val="A993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BC5DE4-D546-4136-BE56-3A05D456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4057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Opaque Scene Pass 随后 load 同一深度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1635DE-BCBD-4179-AC9E-2CDE0EF0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3FF"/>
          </a:solidFill>
          <a:ln xmlns:a="http://schemas.openxmlformats.org/drawingml/2006/main" w="0">
            <a:solidFill>
              <a:srgbClr val="A993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1E7288B-F0A1-41B5-ABE6-D0C2062D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057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页请求不依赖 CPU receiver bounds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6985AA2-CB1D-4FB6-AD0F-541DF8A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149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521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D2E3D1-9009-4F1D-BF7D-E21C59B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91150"/>
            <a:ext cx="4610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8 × 8 GROUPS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93B5A0-DF15-4795-9D1C-D10FE80A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581650"/>
            <a:ext cx="461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6E2"/>
                </a:solidFill>
                <a:latin typeface="Cascadia Mono"/>
                <a:ea typeface="Cascadia Mono"/>
                <a:cs typeface="Cascadia Mono"/>
              </a:defRPr>
            </a:pPr>
            <a:r>
              <a:t>Dispatch((screenWidth + 7) / 8,
         (screenHeight + 7) / 8, 1);</a:t>
            </a:r>
          </a:p>
        </p:txBody>
      </p:sp>
    </p:spTree>
    <p:extLst>
      <p:ext uri="{BB962C8B-B14F-4D97-AF65-F5344CB8AC3E}">
        <p14:creationId xmlns:p14="http://schemas.microsoft.com/office/powerpoint/2010/main" val="1913038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background-10">
            <a:extLst xmlns:a="http://schemas.openxmlformats.org/drawingml/2006/main">
              <a:ext uri="{FF2B5EF4-FFF2-40B4-BE49-F238E27FC236}">
                <a16:creationId xmlns:a16="http://schemas.microsoft.com/office/drawing/2014/main" id="{2B723DEC-9850-4861-9083-9AA5CFDC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0">
            <a:extLst xmlns:a="http://schemas.openxmlformats.org/drawingml/2006/main">
              <a:ext uri="{FF2B5EF4-FFF2-40B4-BE49-F238E27FC236}">
                <a16:creationId xmlns:a16="http://schemas.microsoft.com/office/drawing/2014/main" id="{81FD596E-B9DF-4770-AAE6-94BA51D9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0">
            <a:extLst xmlns:a="http://schemas.openxmlformats.org/drawingml/2006/main">
              <a:ext uri="{FF2B5EF4-FFF2-40B4-BE49-F238E27FC236}">
                <a16:creationId xmlns:a16="http://schemas.microsoft.com/office/drawing/2014/main" id="{811009D7-8237-458A-89B6-6F97541D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0">
            <a:extLst xmlns:a="http://schemas.openxmlformats.org/drawingml/2006/main">
              <a:ext uri="{FF2B5EF4-FFF2-40B4-BE49-F238E27FC236}">
                <a16:creationId xmlns:a16="http://schemas.microsoft.com/office/drawing/2014/main" id="{C59614DD-E581-4B94-9B14-98BFDE38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 只清逐帧状态；兼容映射继续留在缓存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0">
            <a:extLst xmlns:a="http://schemas.openxmlformats.org/drawingml/2006/main">
              <a:ext uri="{FF2B5EF4-FFF2-40B4-BE49-F238E27FC236}">
                <a16:creationId xmlns:a16="http://schemas.microsoft.com/office/drawing/2014/main" id="{7482ECAE-51BC-479D-8891-3F4484B6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GpuVirtualShadowRenderPass.cpp:545–581 · GPU VSM Design:274–295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B69E9E15-019A-4DAD-9012-BCECC70C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8" name="stage-arrow-1-0">
            <a:extLst xmlns:a="http://schemas.openxmlformats.org/drawingml/2006/main">
              <a:ext uri="{FF2B5EF4-FFF2-40B4-BE49-F238E27FC236}">
                <a16:creationId xmlns:a16="http://schemas.microsoft.com/office/drawing/2014/main" id="{F33351D5-1575-4902-AF5E-06328B57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1-1">
            <a:extLst xmlns:a="http://schemas.openxmlformats.org/drawingml/2006/main">
              <a:ext uri="{FF2B5EF4-FFF2-40B4-BE49-F238E27FC236}">
                <a16:creationId xmlns:a16="http://schemas.microsoft.com/office/drawing/2014/main" id="{9720C1ED-AF93-465E-884B-D5E797F5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1-2">
            <a:extLst xmlns:a="http://schemas.openxmlformats.org/drawingml/2006/main">
              <a:ext uri="{FF2B5EF4-FFF2-40B4-BE49-F238E27FC236}">
                <a16:creationId xmlns:a16="http://schemas.microsoft.com/office/drawing/2014/main" id="{1C0C69FD-B547-4E5C-B790-1BE42DF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1-3">
            <a:extLst xmlns:a="http://schemas.openxmlformats.org/drawingml/2006/main">
              <a:ext uri="{FF2B5EF4-FFF2-40B4-BE49-F238E27FC236}">
                <a16:creationId xmlns:a16="http://schemas.microsoft.com/office/drawing/2014/main" id="{31A78DBE-3522-42C5-A440-44867CD2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1-4">
            <a:extLst xmlns:a="http://schemas.openxmlformats.org/drawingml/2006/main">
              <a:ext uri="{FF2B5EF4-FFF2-40B4-BE49-F238E27FC236}">
                <a16:creationId xmlns:a16="http://schemas.microsoft.com/office/drawing/2014/main" id="{443362F1-C8D2-44C9-8CD3-FEB7E853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1-5">
            <a:extLst xmlns:a="http://schemas.openxmlformats.org/drawingml/2006/main">
              <a:ext uri="{FF2B5EF4-FFF2-40B4-BE49-F238E27FC236}">
                <a16:creationId xmlns:a16="http://schemas.microsoft.com/office/drawing/2014/main" id="{9C73A556-F10A-4C5D-9E6A-FF47BE9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1-6">
            <a:extLst xmlns:a="http://schemas.openxmlformats.org/drawingml/2006/main">
              <a:ext uri="{FF2B5EF4-FFF2-40B4-BE49-F238E27FC236}">
                <a16:creationId xmlns:a16="http://schemas.microsoft.com/office/drawing/2014/main" id="{2F53C678-A14D-484F-B856-E77F292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1-0">
            <a:extLst xmlns:a="http://schemas.openxmlformats.org/drawingml/2006/main">
              <a:ext uri="{FF2B5EF4-FFF2-40B4-BE49-F238E27FC236}">
                <a16:creationId xmlns:a16="http://schemas.microsoft.com/office/drawing/2014/main" id="{38EB116D-3E25-498F-913A-8AA057C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1-0">
            <a:extLst xmlns:a="http://schemas.openxmlformats.org/drawingml/2006/main">
              <a:ext uri="{FF2B5EF4-FFF2-40B4-BE49-F238E27FC236}">
                <a16:creationId xmlns:a16="http://schemas.microsoft.com/office/drawing/2014/main" id="{C3AC6B8C-A24F-4530-B319-AD413A39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1-1">
            <a:extLst xmlns:a="http://schemas.openxmlformats.org/drawingml/2006/main">
              <a:ext uri="{FF2B5EF4-FFF2-40B4-BE49-F238E27FC236}">
                <a16:creationId xmlns:a16="http://schemas.microsoft.com/office/drawing/2014/main" id="{430E9B3F-8245-4884-B3FC-F336BAF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8" name="stage-label-1-1">
            <a:extLst xmlns:a="http://schemas.openxmlformats.org/drawingml/2006/main">
              <a:ext uri="{FF2B5EF4-FFF2-40B4-BE49-F238E27FC236}">
                <a16:creationId xmlns:a16="http://schemas.microsoft.com/office/drawing/2014/main" id="{62EB2722-E7AA-41C8-8B39-0BBCE890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1-2">
            <a:extLst xmlns:a="http://schemas.openxmlformats.org/drawingml/2006/main">
              <a:ext uri="{FF2B5EF4-FFF2-40B4-BE49-F238E27FC236}">
                <a16:creationId xmlns:a16="http://schemas.microsoft.com/office/drawing/2014/main" id="{F8C7E6B8-4A91-4946-A5B8-822E8AB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1-2">
            <a:extLst xmlns:a="http://schemas.openxmlformats.org/drawingml/2006/main">
              <a:ext uri="{FF2B5EF4-FFF2-40B4-BE49-F238E27FC236}">
                <a16:creationId xmlns:a16="http://schemas.microsoft.com/office/drawing/2014/main" id="{D8E50F5D-8716-40D8-8834-18CE1E5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1-3">
            <a:extLst xmlns:a="http://schemas.openxmlformats.org/drawingml/2006/main">
              <a:ext uri="{FF2B5EF4-FFF2-40B4-BE49-F238E27FC236}">
                <a16:creationId xmlns:a16="http://schemas.microsoft.com/office/drawing/2014/main" id="{0E055FCA-EA00-4FB0-A888-E9E00C53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1-3">
            <a:extLst xmlns:a="http://schemas.openxmlformats.org/drawingml/2006/main">
              <a:ext uri="{FF2B5EF4-FFF2-40B4-BE49-F238E27FC236}">
                <a16:creationId xmlns:a16="http://schemas.microsoft.com/office/drawing/2014/main" id="{5054B097-2428-4D93-A481-D036100C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1-4">
            <a:extLst xmlns:a="http://schemas.openxmlformats.org/drawingml/2006/main">
              <a:ext uri="{FF2B5EF4-FFF2-40B4-BE49-F238E27FC236}">
                <a16:creationId xmlns:a16="http://schemas.microsoft.com/office/drawing/2014/main" id="{1578E572-EA30-461C-B71F-694EFEE3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1-4">
            <a:extLst xmlns:a="http://schemas.openxmlformats.org/drawingml/2006/main">
              <a:ext uri="{FF2B5EF4-FFF2-40B4-BE49-F238E27FC236}">
                <a16:creationId xmlns:a16="http://schemas.microsoft.com/office/drawing/2014/main" id="{7D111F12-F53B-4325-BE15-CEB536AC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1-5">
            <a:extLst xmlns:a="http://schemas.openxmlformats.org/drawingml/2006/main">
              <a:ext uri="{FF2B5EF4-FFF2-40B4-BE49-F238E27FC236}">
                <a16:creationId xmlns:a16="http://schemas.microsoft.com/office/drawing/2014/main" id="{AA5D4DDB-C5ED-4E83-B387-CC2B71D6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1-5">
            <a:extLst xmlns:a="http://schemas.openxmlformats.org/drawingml/2006/main">
              <a:ext uri="{FF2B5EF4-FFF2-40B4-BE49-F238E27FC236}">
                <a16:creationId xmlns:a16="http://schemas.microsoft.com/office/drawing/2014/main" id="{70A88E0A-21A4-425E-BF2C-05ADB025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1-6">
            <a:extLst xmlns:a="http://schemas.openxmlformats.org/drawingml/2006/main">
              <a:ext uri="{FF2B5EF4-FFF2-40B4-BE49-F238E27FC236}">
                <a16:creationId xmlns:a16="http://schemas.microsoft.com/office/drawing/2014/main" id="{9F0A0073-AB99-4280-9543-B1EF528E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1-6">
            <a:extLst xmlns:a="http://schemas.openxmlformats.org/drawingml/2006/main">
              <a:ext uri="{FF2B5EF4-FFF2-40B4-BE49-F238E27FC236}">
                <a16:creationId xmlns:a16="http://schemas.microsoft.com/office/drawing/2014/main" id="{489DBBD1-9019-4DDC-AC9D-37206DD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1-7">
            <a:extLst xmlns:a="http://schemas.openxmlformats.org/drawingml/2006/main">
              <a:ext uri="{FF2B5EF4-FFF2-40B4-BE49-F238E27FC236}">
                <a16:creationId xmlns:a16="http://schemas.microsoft.com/office/drawing/2014/main" id="{442B81DE-816B-40EA-A6E5-99D6A8A1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1-7">
            <a:extLst xmlns:a="http://schemas.openxmlformats.org/drawingml/2006/main">
              <a:ext uri="{FF2B5EF4-FFF2-40B4-BE49-F238E27FC236}">
                <a16:creationId xmlns:a16="http://schemas.microsoft.com/office/drawing/2014/main" id="{1A18E51C-39DB-4991-94FA-78ED9011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38716-68A1-4262-8859-67E8342D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跨帧持久化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2C40F-7AF6-49A2-AA0D-07B95925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本帧重置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C6FCCC-319F-423D-8ACF-7F657B38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3A1630-0CEA-4B0D-BC88-0B0617E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key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88CCF2-018F-4E58-8395-AD414D39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KEEP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F612FA-54BA-497D-8016-041CD89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4B0F16-4461-4D17-B332-BDF1CDCA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lastUsed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73EDE9-72B9-4D6B-A284-8993D05B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850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KEEP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74C372-41A7-4EC8-8CAD-2E9C872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8F1C21-A36E-4BB6-A86D-20304C33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dirty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5A30C7-9CFA-4176-A1EA-DEE6A7A0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4810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KEEP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F4A48B-BD69-41D7-B224-275CD089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66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0A096E-9E17-427E-86E5-53182799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requested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F11C6F-C3DD-4701-8CCD-CBA17667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1 → 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4D5EFC-D095-4B78-A0A6-25C78A10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9565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E0971D-B381-46DB-BCDC-8D4D963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057400" cy="219075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8276C9-DDBE-41E4-9E9E-2B9E99CB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67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Invalidation Keys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5E8039-9E0C-4AAB-8B30-DD8E667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133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old bounds
+
new bounds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85DE37-E39F-43D0-B5A4-E197572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5BDD15-55BE-446A-94FB-32CD3AF6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36004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F5EA1A-6565-4FCB-8D0A-EF3FE92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9085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匹配页：dirty = 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964096-B4E1-42CE-AE08-A459985F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不匹配页：保留缓存状态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D4CA05-FF56-4EFD-A9FF-7DB2885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只有不兼容资源或光照变化才 reset mapping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85C944-92BF-48C7-BB7A-05589BBD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267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B2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13AA0D-E54C-476A-846D-6CC85E85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38775"/>
            <a:ext cx="965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 的目标是清除“逐帧标记”，而不是清空整个 Atlas。</a:t>
            </a:r>
          </a:p>
        </p:txBody>
      </p:sp>
    </p:spTree>
    <p:extLst>
      <p:ext uri="{BB962C8B-B14F-4D97-AF65-F5344CB8AC3E}">
        <p14:creationId xmlns:p14="http://schemas.microsoft.com/office/powerpoint/2010/main" val="3378806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background-11">
            <a:extLst xmlns:a="http://schemas.openxmlformats.org/drawingml/2006/main">
              <a:ext uri="{FF2B5EF4-FFF2-40B4-BE49-F238E27FC236}">
                <a16:creationId xmlns:a16="http://schemas.microsoft.com/office/drawing/2014/main" id="{174F6DDB-B2F1-4433-8F8A-9A698371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1">
            <a:extLst xmlns:a="http://schemas.openxmlformats.org/drawingml/2006/main">
              <a:ext uri="{FF2B5EF4-FFF2-40B4-BE49-F238E27FC236}">
                <a16:creationId xmlns:a16="http://schemas.microsoft.com/office/drawing/2014/main" id="{CD6553B2-D9FA-4872-ABAD-E0438BB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1">
            <a:extLst xmlns:a="http://schemas.openxmlformats.org/drawingml/2006/main">
              <a:ext uri="{FF2B5EF4-FFF2-40B4-BE49-F238E27FC236}">
                <a16:creationId xmlns:a16="http://schemas.microsoft.com/office/drawing/2014/main" id="{D20DD247-EA07-4262-B12D-A57AE906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529AA7DD-EB98-42AE-B8ED-8F57607E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Mark Pass 从深度像素重建世界坐标，只写中心页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1">
            <a:extLst xmlns:a="http://schemas.openxmlformats.org/drawingml/2006/main">
              <a:ext uri="{FF2B5EF4-FFF2-40B4-BE49-F238E27FC236}">
                <a16:creationId xmlns:a16="http://schemas.microsoft.com/office/drawing/2014/main" id="{B6DD4BE6-7B9C-42F7-9423-0B9936AC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GpuVirtualShadowRenderPass.cpp:84–126, 584–613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A231E057-797B-4E85-AA9A-F4ECFFB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8" name="stage-arrow-2-0">
            <a:extLst xmlns:a="http://schemas.openxmlformats.org/drawingml/2006/main">
              <a:ext uri="{FF2B5EF4-FFF2-40B4-BE49-F238E27FC236}">
                <a16:creationId xmlns:a16="http://schemas.microsoft.com/office/drawing/2014/main" id="{7C3ABED6-630C-4866-BDB2-6A2F47AF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2-1">
            <a:extLst xmlns:a="http://schemas.openxmlformats.org/drawingml/2006/main">
              <a:ext uri="{FF2B5EF4-FFF2-40B4-BE49-F238E27FC236}">
                <a16:creationId xmlns:a16="http://schemas.microsoft.com/office/drawing/2014/main" id="{70751D22-93D2-440B-8A73-B97F8556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2-2">
            <a:extLst xmlns:a="http://schemas.openxmlformats.org/drawingml/2006/main">
              <a:ext uri="{FF2B5EF4-FFF2-40B4-BE49-F238E27FC236}">
                <a16:creationId xmlns:a16="http://schemas.microsoft.com/office/drawing/2014/main" id="{410937E9-F537-4B9E-BF5C-606B05B3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2-3">
            <a:extLst xmlns:a="http://schemas.openxmlformats.org/drawingml/2006/main">
              <a:ext uri="{FF2B5EF4-FFF2-40B4-BE49-F238E27FC236}">
                <a16:creationId xmlns:a16="http://schemas.microsoft.com/office/drawing/2014/main" id="{CE613C3F-0F08-427A-BF19-4684E60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2-4">
            <a:extLst xmlns:a="http://schemas.openxmlformats.org/drawingml/2006/main">
              <a:ext uri="{FF2B5EF4-FFF2-40B4-BE49-F238E27FC236}">
                <a16:creationId xmlns:a16="http://schemas.microsoft.com/office/drawing/2014/main" id="{79517536-64E0-43E8-B808-6FCAA063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2-5">
            <a:extLst xmlns:a="http://schemas.openxmlformats.org/drawingml/2006/main">
              <a:ext uri="{FF2B5EF4-FFF2-40B4-BE49-F238E27FC236}">
                <a16:creationId xmlns:a16="http://schemas.microsoft.com/office/drawing/2014/main" id="{F18600B5-EC6E-4F18-ABED-6CF2C65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2-6">
            <a:extLst xmlns:a="http://schemas.openxmlformats.org/drawingml/2006/main">
              <a:ext uri="{FF2B5EF4-FFF2-40B4-BE49-F238E27FC236}">
                <a16:creationId xmlns:a16="http://schemas.microsoft.com/office/drawing/2014/main" id="{E2509A9D-4E08-408E-94F5-DC07DB7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2-0">
            <a:extLst xmlns:a="http://schemas.openxmlformats.org/drawingml/2006/main">
              <a:ext uri="{FF2B5EF4-FFF2-40B4-BE49-F238E27FC236}">
                <a16:creationId xmlns:a16="http://schemas.microsoft.com/office/drawing/2014/main" id="{F220478C-53AF-4014-AEC1-D1D3A9FA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2-0">
            <a:extLst xmlns:a="http://schemas.openxmlformats.org/drawingml/2006/main">
              <a:ext uri="{FF2B5EF4-FFF2-40B4-BE49-F238E27FC236}">
                <a16:creationId xmlns:a16="http://schemas.microsoft.com/office/drawing/2014/main" id="{1F229F6A-16F0-431D-971D-EAC5E3C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2-1">
            <a:extLst xmlns:a="http://schemas.openxmlformats.org/drawingml/2006/main">
              <a:ext uri="{FF2B5EF4-FFF2-40B4-BE49-F238E27FC236}">
                <a16:creationId xmlns:a16="http://schemas.microsoft.com/office/drawing/2014/main" id="{14DA879D-10A4-4B7F-90FC-9F09A07D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2-1">
            <a:extLst xmlns:a="http://schemas.openxmlformats.org/drawingml/2006/main">
              <a:ext uri="{FF2B5EF4-FFF2-40B4-BE49-F238E27FC236}">
                <a16:creationId xmlns:a16="http://schemas.microsoft.com/office/drawing/2014/main" id="{C5761C6C-8170-4D48-A2D7-17D01F9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2-2">
            <a:extLst xmlns:a="http://schemas.openxmlformats.org/drawingml/2006/main">
              <a:ext uri="{FF2B5EF4-FFF2-40B4-BE49-F238E27FC236}">
                <a16:creationId xmlns:a16="http://schemas.microsoft.com/office/drawing/2014/main" id="{BC471263-FFEA-4CA2-8154-781CEEC4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0" name="stage-label-2-2">
            <a:extLst xmlns:a="http://schemas.openxmlformats.org/drawingml/2006/main">
              <a:ext uri="{FF2B5EF4-FFF2-40B4-BE49-F238E27FC236}">
                <a16:creationId xmlns:a16="http://schemas.microsoft.com/office/drawing/2014/main" id="{E904EC06-61DE-4CC4-AE99-D7F01E8D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2-3">
            <a:extLst xmlns:a="http://schemas.openxmlformats.org/drawingml/2006/main">
              <a:ext uri="{FF2B5EF4-FFF2-40B4-BE49-F238E27FC236}">
                <a16:creationId xmlns:a16="http://schemas.microsoft.com/office/drawing/2014/main" id="{677E11F8-E6BD-4BC6-8CA1-76E32D1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2-3">
            <a:extLst xmlns:a="http://schemas.openxmlformats.org/drawingml/2006/main">
              <a:ext uri="{FF2B5EF4-FFF2-40B4-BE49-F238E27FC236}">
                <a16:creationId xmlns:a16="http://schemas.microsoft.com/office/drawing/2014/main" id="{D458C846-4334-49A6-A677-104B3E2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2-4">
            <a:extLst xmlns:a="http://schemas.openxmlformats.org/drawingml/2006/main">
              <a:ext uri="{FF2B5EF4-FFF2-40B4-BE49-F238E27FC236}">
                <a16:creationId xmlns:a16="http://schemas.microsoft.com/office/drawing/2014/main" id="{AE597A61-517D-4D91-B9D6-1FE51C24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2-4">
            <a:extLst xmlns:a="http://schemas.openxmlformats.org/drawingml/2006/main">
              <a:ext uri="{FF2B5EF4-FFF2-40B4-BE49-F238E27FC236}">
                <a16:creationId xmlns:a16="http://schemas.microsoft.com/office/drawing/2014/main" id="{99541E90-867E-4550-AB8A-806FE9A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2-5">
            <a:extLst xmlns:a="http://schemas.openxmlformats.org/drawingml/2006/main">
              <a:ext uri="{FF2B5EF4-FFF2-40B4-BE49-F238E27FC236}">
                <a16:creationId xmlns:a16="http://schemas.microsoft.com/office/drawing/2014/main" id="{28BA000C-2B0B-4752-B804-9CF8361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2-5">
            <a:extLst xmlns:a="http://schemas.openxmlformats.org/drawingml/2006/main">
              <a:ext uri="{FF2B5EF4-FFF2-40B4-BE49-F238E27FC236}">
                <a16:creationId xmlns:a16="http://schemas.microsoft.com/office/drawing/2014/main" id="{410FBD4B-02D0-4184-9EA4-935A3C35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2-6">
            <a:extLst xmlns:a="http://schemas.openxmlformats.org/drawingml/2006/main">
              <a:ext uri="{FF2B5EF4-FFF2-40B4-BE49-F238E27FC236}">
                <a16:creationId xmlns:a16="http://schemas.microsoft.com/office/drawing/2014/main" id="{DD1A8F8D-582F-49A2-874F-33E755CC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2-6">
            <a:extLst xmlns:a="http://schemas.openxmlformats.org/drawingml/2006/main">
              <a:ext uri="{FF2B5EF4-FFF2-40B4-BE49-F238E27FC236}">
                <a16:creationId xmlns:a16="http://schemas.microsoft.com/office/drawing/2014/main" id="{90D2EE16-297D-4140-98F7-D5A59F3B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2-7">
            <a:extLst xmlns:a="http://schemas.openxmlformats.org/drawingml/2006/main">
              <a:ext uri="{FF2B5EF4-FFF2-40B4-BE49-F238E27FC236}">
                <a16:creationId xmlns:a16="http://schemas.microsoft.com/office/drawing/2014/main" id="{3A47F490-AAD0-487D-8B77-5FE7B958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2-7">
            <a:extLst xmlns:a="http://schemas.openxmlformats.org/drawingml/2006/main">
              <a:ext uri="{FF2B5EF4-FFF2-40B4-BE49-F238E27FC236}">
                <a16:creationId xmlns:a16="http://schemas.microsoft.com/office/drawing/2014/main" id="{A5B01991-8C00-410C-970A-1943877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6DF293-9EC4-489D-9D5B-8340D37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909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7CA73-AAF7-4A16-87C8-5050CC6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909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594867-0927-49EF-826B-375E251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590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B2BBB0-FD47-4262-9415-8A611556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7B16EA-ACEE-4229-8522-3CAE186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3FF"/>
          </a:solidFill>
          <a:ln xmlns:a="http://schemas.openxmlformats.org/drawingml/2006/main" w="0">
            <a:solidFill>
              <a:srgbClr val="A993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9DC1E8-A607-452F-8E75-37CA7490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 Pixel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028602-F2FA-45FA-BD2E-E59E8C3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(x, y, z)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4E74DE-9B18-43BF-9688-AC721BA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860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158C7A-D2EC-4A25-A6E3-B6E1AC57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9EB004-D779-4CE5-85EC-6EBF94CE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2425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World Position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6CC084-C0E3-4454-98DE-8176E61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67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inverse VP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E18E06-21B3-4EB4-B44C-8C7B5FF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64C6A4-8104-44F9-8F02-3AE54E25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766700-2EF3-489E-81E2-3524DBA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Light Space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F71679-428A-4563-90CA-29E86B0C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right / up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ABA0A5-E8E7-4846-A164-F7FE2E4B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10ED7B-980E-447E-8F7B-7148665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10518C-4D82-4093-835A-E23B45E2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Center Page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D892D8-A705-4024-812C-F9EA8CD6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level + XY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E781DB-7702-4578-B800-CF51C3F9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09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B14691-8183-4F23-BE19-0FCA1BA4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62525"/>
            <a:ext cx="9486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每像素最多标记 4 个中心页：选中的 Clipmap + 更粗的 fallback levels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74B36D-A672-4485-A0D4-B8E26E05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5048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91521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196307-2A68-4A2E-A32A-15BB8A9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72150"/>
            <a:ext cx="470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MARK COMPUTE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634DBE-4B83-428B-8392-D45D7F0E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62650"/>
            <a:ext cx="470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6E2"/>
                </a:solidFill>
                <a:latin typeface="Cascadia Mono"/>
                <a:ea typeface="Cascadia Mono"/>
                <a:cs typeface="Cascadia Mono"/>
              </a:defRPr>
            </a:pPr>
            <a:r>
              <a:t>world = mul(inverseViewProjection, clip)
InterlockedOr(PageMarks[logicalIndex], 1);</a:t>
            </a:r>
          </a:p>
        </p:txBody>
      </p:sp>
    </p:spTree>
    <p:extLst>
      <p:ext uri="{BB962C8B-B14F-4D97-AF65-F5344CB8AC3E}">
        <p14:creationId xmlns:p14="http://schemas.microsoft.com/office/powerpoint/2010/main" val="1952965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background-12">
            <a:extLst xmlns:a="http://schemas.openxmlformats.org/drawingml/2006/main">
              <a:ext uri="{FF2B5EF4-FFF2-40B4-BE49-F238E27FC236}">
                <a16:creationId xmlns:a16="http://schemas.microsoft.com/office/drawing/2014/main" id="{DACD4540-1279-4D83-9AEB-53EBAB8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2">
            <a:extLst xmlns:a="http://schemas.openxmlformats.org/drawingml/2006/main">
              <a:ext uri="{FF2B5EF4-FFF2-40B4-BE49-F238E27FC236}">
                <a16:creationId xmlns:a16="http://schemas.microsoft.com/office/drawing/2014/main" id="{EBBC9E9F-2D70-4126-B5F8-5F84FAE4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2">
            <a:extLst xmlns:a="http://schemas.openxmlformats.org/drawingml/2006/main">
              <a:ext uri="{FF2B5EF4-FFF2-40B4-BE49-F238E27FC236}">
                <a16:creationId xmlns:a16="http://schemas.microsoft.com/office/drawing/2014/main" id="{365F8532-7157-4274-8978-4322D874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2">
            <a:extLst xmlns:a="http://schemas.openxmlformats.org/drawingml/2006/main">
              <a:ext uri="{FF2B5EF4-FFF2-40B4-BE49-F238E27FC236}">
                <a16:creationId xmlns:a16="http://schemas.microsoft.com/office/drawing/2014/main" id="{6E9CBE9D-4833-4327-89EC-2B8F3DA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 Pass 把重复像素请求压成唯一分级列表</a:t>
            </a:r>
          </a:p>
        </p:txBody>
      </p:sp>
      <p:cxnSp>
        <p:nvCxnSpPr>
          <p:cNvPr id="115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2">
            <a:extLst xmlns:a="http://schemas.openxmlformats.org/drawingml/2006/main">
              <a:ext uri="{FF2B5EF4-FFF2-40B4-BE49-F238E27FC236}">
                <a16:creationId xmlns:a16="http://schemas.microsoft.com/office/drawing/2014/main" id="{E6C3B90F-DCA4-4940-B0BC-CA30A63C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GpuVirtualShadowRenderPass.cpp:127–160, 616–649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090C5492-5331-4E22-BD8E-6C11D345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8" name="stage-arrow-3-0">
            <a:extLst xmlns:a="http://schemas.openxmlformats.org/drawingml/2006/main">
              <a:ext uri="{FF2B5EF4-FFF2-40B4-BE49-F238E27FC236}">
                <a16:creationId xmlns:a16="http://schemas.microsoft.com/office/drawing/2014/main" id="{BFBCE342-FED3-4E37-B848-4910CFBB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3-1">
            <a:extLst xmlns:a="http://schemas.openxmlformats.org/drawingml/2006/main">
              <a:ext uri="{FF2B5EF4-FFF2-40B4-BE49-F238E27FC236}">
                <a16:creationId xmlns:a16="http://schemas.microsoft.com/office/drawing/2014/main" id="{BCCB11A9-3D6B-40E4-8402-1BDFF4F3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3-2">
            <a:extLst xmlns:a="http://schemas.openxmlformats.org/drawingml/2006/main">
              <a:ext uri="{FF2B5EF4-FFF2-40B4-BE49-F238E27FC236}">
                <a16:creationId xmlns:a16="http://schemas.microsoft.com/office/drawing/2014/main" id="{CCC666FE-D5D2-4488-A32D-D54DB301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3-3">
            <a:extLst xmlns:a="http://schemas.openxmlformats.org/drawingml/2006/main">
              <a:ext uri="{FF2B5EF4-FFF2-40B4-BE49-F238E27FC236}">
                <a16:creationId xmlns:a16="http://schemas.microsoft.com/office/drawing/2014/main" id="{745CE9D4-1851-4E98-B5EA-B41570B9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3-4">
            <a:extLst xmlns:a="http://schemas.openxmlformats.org/drawingml/2006/main">
              <a:ext uri="{FF2B5EF4-FFF2-40B4-BE49-F238E27FC236}">
                <a16:creationId xmlns:a16="http://schemas.microsoft.com/office/drawing/2014/main" id="{71593B4A-9776-434E-80E3-03999D59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3-5">
            <a:extLst xmlns:a="http://schemas.openxmlformats.org/drawingml/2006/main">
              <a:ext uri="{FF2B5EF4-FFF2-40B4-BE49-F238E27FC236}">
                <a16:creationId xmlns:a16="http://schemas.microsoft.com/office/drawing/2014/main" id="{05BDB5FF-AE28-4A8D-98C5-54A473F4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3-6">
            <a:extLst xmlns:a="http://schemas.openxmlformats.org/drawingml/2006/main">
              <a:ext uri="{FF2B5EF4-FFF2-40B4-BE49-F238E27FC236}">
                <a16:creationId xmlns:a16="http://schemas.microsoft.com/office/drawing/2014/main" id="{665FB371-036D-42C1-ACC0-0DF8AB0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3-0">
            <a:extLst xmlns:a="http://schemas.openxmlformats.org/drawingml/2006/main">
              <a:ext uri="{FF2B5EF4-FFF2-40B4-BE49-F238E27FC236}">
                <a16:creationId xmlns:a16="http://schemas.microsoft.com/office/drawing/2014/main" id="{3C28CCCA-0446-47CD-AE0F-20AD3C36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3-0">
            <a:extLst xmlns:a="http://schemas.openxmlformats.org/drawingml/2006/main">
              <a:ext uri="{FF2B5EF4-FFF2-40B4-BE49-F238E27FC236}">
                <a16:creationId xmlns:a16="http://schemas.microsoft.com/office/drawing/2014/main" id="{B5DC6AB3-ECFC-43D7-B938-80B2965C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3-1">
            <a:extLst xmlns:a="http://schemas.openxmlformats.org/drawingml/2006/main">
              <a:ext uri="{FF2B5EF4-FFF2-40B4-BE49-F238E27FC236}">
                <a16:creationId xmlns:a16="http://schemas.microsoft.com/office/drawing/2014/main" id="{BA875453-74E0-4A69-99F2-C8AF1276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3-1">
            <a:extLst xmlns:a="http://schemas.openxmlformats.org/drawingml/2006/main">
              <a:ext uri="{FF2B5EF4-FFF2-40B4-BE49-F238E27FC236}">
                <a16:creationId xmlns:a16="http://schemas.microsoft.com/office/drawing/2014/main" id="{4AF31125-ACB4-431C-94D9-76C3F18A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3-2">
            <a:extLst xmlns:a="http://schemas.openxmlformats.org/drawingml/2006/main">
              <a:ext uri="{FF2B5EF4-FFF2-40B4-BE49-F238E27FC236}">
                <a16:creationId xmlns:a16="http://schemas.microsoft.com/office/drawing/2014/main" id="{FDC35B1A-892A-40B8-90F7-2B3DF3B3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3-2">
            <a:extLst xmlns:a="http://schemas.openxmlformats.org/drawingml/2006/main">
              <a:ext uri="{FF2B5EF4-FFF2-40B4-BE49-F238E27FC236}">
                <a16:creationId xmlns:a16="http://schemas.microsoft.com/office/drawing/2014/main" id="{5FB6253A-8E68-4BA4-8E97-0214FB5B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3-3">
            <a:extLst xmlns:a="http://schemas.openxmlformats.org/drawingml/2006/main">
              <a:ext uri="{FF2B5EF4-FFF2-40B4-BE49-F238E27FC236}">
                <a16:creationId xmlns:a16="http://schemas.microsoft.com/office/drawing/2014/main" id="{D74396F1-9669-4C78-A7A4-00774474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2" name="stage-label-3-3">
            <a:extLst xmlns:a="http://schemas.openxmlformats.org/drawingml/2006/main">
              <a:ext uri="{FF2B5EF4-FFF2-40B4-BE49-F238E27FC236}">
                <a16:creationId xmlns:a16="http://schemas.microsoft.com/office/drawing/2014/main" id="{9FAF9085-CBAB-4D43-8E2E-F766F75C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3-4">
            <a:extLst xmlns:a="http://schemas.openxmlformats.org/drawingml/2006/main">
              <a:ext uri="{FF2B5EF4-FFF2-40B4-BE49-F238E27FC236}">
                <a16:creationId xmlns:a16="http://schemas.microsoft.com/office/drawing/2014/main" id="{7D2BC1C1-6E96-47D2-A413-B24307E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3-4">
            <a:extLst xmlns:a="http://schemas.openxmlformats.org/drawingml/2006/main">
              <a:ext uri="{FF2B5EF4-FFF2-40B4-BE49-F238E27FC236}">
                <a16:creationId xmlns:a16="http://schemas.microsoft.com/office/drawing/2014/main" id="{AAF396AD-4226-4D6C-9964-C91349E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3-5">
            <a:extLst xmlns:a="http://schemas.openxmlformats.org/drawingml/2006/main">
              <a:ext uri="{FF2B5EF4-FFF2-40B4-BE49-F238E27FC236}">
                <a16:creationId xmlns:a16="http://schemas.microsoft.com/office/drawing/2014/main" id="{57FFFC4B-38C9-4489-993F-900A251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3-5">
            <a:extLst xmlns:a="http://schemas.openxmlformats.org/drawingml/2006/main">
              <a:ext uri="{FF2B5EF4-FFF2-40B4-BE49-F238E27FC236}">
                <a16:creationId xmlns:a16="http://schemas.microsoft.com/office/drawing/2014/main" id="{E8F811BC-6E38-437E-82CB-005ED81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3-6">
            <a:extLst xmlns:a="http://schemas.openxmlformats.org/drawingml/2006/main">
              <a:ext uri="{FF2B5EF4-FFF2-40B4-BE49-F238E27FC236}">
                <a16:creationId xmlns:a16="http://schemas.microsoft.com/office/drawing/2014/main" id="{1C051FAC-52F9-408B-A01D-E381F952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3-6">
            <a:extLst xmlns:a="http://schemas.openxmlformats.org/drawingml/2006/main">
              <a:ext uri="{FF2B5EF4-FFF2-40B4-BE49-F238E27FC236}">
                <a16:creationId xmlns:a16="http://schemas.microsoft.com/office/drawing/2014/main" id="{28FCAB06-D472-4921-9758-63983B87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3-7">
            <a:extLst xmlns:a="http://schemas.openxmlformats.org/drawingml/2006/main">
              <a:ext uri="{FF2B5EF4-FFF2-40B4-BE49-F238E27FC236}">
                <a16:creationId xmlns:a16="http://schemas.microsoft.com/office/drawing/2014/main" id="{022DD140-1717-4BDA-9C2E-7673F1C6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3-7">
            <a:extLst xmlns:a="http://schemas.openxmlformats.org/drawingml/2006/main">
              <a:ext uri="{FF2B5EF4-FFF2-40B4-BE49-F238E27FC236}">
                <a16:creationId xmlns:a16="http://schemas.microsoft.com/office/drawing/2014/main" id="{ADC7FFC6-D5FC-44FC-B584-BC4EF7D6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500E0-E5F0-490B-B14D-E6CC2749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大量像素命中同一逻辑页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5B8E8-A7EB-40D2-A008-4F77CED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7D9A3-8E51-4BDC-A081-74DBD2F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18ACA6-A30D-4FAE-B308-37B6083A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5802C-FB07-482D-833E-CA14A06F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ACF65-51EE-4D6B-9512-B65DE32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9E53D4-F8B0-4742-9631-A940EFD8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182FF2-E8A6-4C8D-9E7F-2C6E349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E760C-0009-45ED-8CB0-C3D1685C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A6122-6F4A-47DC-BA75-DF4C20D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D57956-515A-4482-8FF0-921BD54E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4DD833-D31C-4F00-ABC9-538E5D6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0D21CC-6CE5-4E10-A891-2D7867E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7728F1-7D1C-4CE5-B988-C118E7F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4A64A-8531-4A0B-8E7D-BF1C4412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E448C9-AFB9-4390-AB48-9EC667A1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600199-C404-4242-B9F3-5A14458B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2690AE-888E-4644-A872-B8813D05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A05612-EC4B-4556-94AA-9094EF9A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CED400-D716-4FA0-828A-405B420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C0D71D-AA1F-402B-AB26-EE928DF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FE4E8B-F709-430A-A13A-F2AB199C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CF516B-8875-47D2-86D6-F64ADF5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DE3EDE-F2A6-4FCE-87B1-AFC1A7E5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5C045D-6802-4C82-B4DC-EE0413CA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BBBAE0-0DB0-4E2F-A188-8B95889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E3DD1A-D7CF-4953-ABC3-B9E5DFB8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E7AB42-757E-49F9-9B80-E650D479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5AB57C-8EAB-46DC-8CCB-5D6556B3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2D9217-975E-4402-88DB-5A297AE1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34CE34-488F-4FEB-B218-6BB9198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6B55A2-8CC0-46FB-83E0-B94A080D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3271ED-2D41-475B-9716-2CDA139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625AEB-4B0E-4565-9848-2AF58B52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B52945-4037-4087-93D4-A442B94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73E490-4FF2-4196-B425-179ADB6A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C11F5F-FF0F-49ED-B423-D7A31FE4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79319CE-36D1-4AD2-80E6-D68E7650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BCB01F-CD01-4EDE-B535-3EAA7C1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04680E-01D7-4E15-A7BE-385FEF1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6F834E-2682-4A2D-8F93-389B5BD2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24488-9C84-4E39-8E4E-9CE8B3BC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DFFF97-A5B3-4042-8788-DCBBA2C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D5DC47-6C5A-4DAB-86CF-8361515B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33750"/>
            <a:ext cx="800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E8D4FB-9FDA-4DB0-85A8-628A694F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2152650" cy="2381250"/>
          </a:xfrm>
          <a:prstGeom xmlns:a="http://schemas.openxmlformats.org/drawingml/2006/main" prst="roundRect">
            <a:avLst>
              <a:gd name="adj" fmla="val 619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23CF7A-F7CB-4078-9769-8A534AE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1543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3 × 3
邻域扩张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6C3DB1-319C-45C1-AFD0-86BCB3B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9570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F23409-210F-4545-BAF9-36B119E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9570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BE9A47A-A32D-43F2-8DD7-DE49053C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F170A9-C600-41F9-B1DD-BD6850E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8145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3F2C98-0B38-4D5C-9228-174F37F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8145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FE39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2421877-AC58-4A46-9ACD-CED32DEB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CCD1EC-CD65-4000-ACCA-D8C465BC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6720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D17293-3E29-4774-8577-0467906B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2F8158-D859-4C7A-A74D-2FDFC0F4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3048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86E3A2C-5944-4891-9BA8-D76E99B0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800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3B97CD-90B9-4D9F-AADD-1CEFC3BD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6860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709AE5-D291-437A-BBE8-6EACA64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L3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67F108E-9FD8-4B03-9AF2-9DA98631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unique page addresses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4A8B7A-2BAC-4304-AA93-FA44A541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6860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0E8DB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56675D-D88B-49B9-BF0F-112533B6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8DB3"/>
                </a:solidFill>
                <a:latin typeface="Microsoft YaHei"/>
                <a:ea typeface="Microsoft YaHei"/>
                <a:cs typeface="Microsoft YaHei"/>
              </a:defRPr>
            </a:pPr>
            <a:r>
              <a:t>L2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8783DC-B1DB-42FE-8559-8DC52696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unique page addresses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9A3DCFB-6B9F-401F-A040-BBA7B0D1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6860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15769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1432A1C-612A-4970-8F86-D8615B82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57697"/>
                </a:solidFill>
                <a:latin typeface="Microsoft YaHei"/>
                <a:ea typeface="Microsoft YaHei"/>
                <a:cs typeface="Microsoft YaHei"/>
              </a:defRPr>
            </a:pPr>
            <a:r>
              <a:t>L1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015E13E-D32F-4DB5-9E43-6F7EEABD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unique page addresses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6CAE8A0-FE43-4AF1-B461-7D7DA77B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26860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AA1CF5-F7AB-4918-97F9-1FB990B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L0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ED13D0F-EF9C-4036-8EF7-FC685CD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67250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unique page addresses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54C3A83-70F9-447B-958F-3757AE9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43500"/>
            <a:ext cx="590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65,536 threads scan logical pages once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405C56-A912-4A48-90A5-035B031E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245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结果：每级独立的 compact request segment</a:t>
            </a:r>
          </a:p>
        </p:txBody>
      </p:sp>
    </p:spTree>
    <p:extLst>
      <p:ext uri="{BB962C8B-B14F-4D97-AF65-F5344CB8AC3E}">
        <p14:creationId xmlns:p14="http://schemas.microsoft.com/office/powerpoint/2010/main" val="5043184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background-13">
            <a:extLst xmlns:a="http://schemas.openxmlformats.org/drawingml/2006/main">
              <a:ext uri="{FF2B5EF4-FFF2-40B4-BE49-F238E27FC236}">
                <a16:creationId xmlns:a16="http://schemas.microsoft.com/office/drawing/2014/main" id="{C2411DBE-93F8-4D97-A723-EB21864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3">
            <a:extLst xmlns:a="http://schemas.openxmlformats.org/drawingml/2006/main">
              <a:ext uri="{FF2B5EF4-FFF2-40B4-BE49-F238E27FC236}">
                <a16:creationId xmlns:a16="http://schemas.microsoft.com/office/drawing/2014/main" id="{2DDF0A23-8FC5-42B4-8945-E351602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3">
            <a:extLst xmlns:a="http://schemas.openxmlformats.org/drawingml/2006/main">
              <a:ext uri="{FF2B5EF4-FFF2-40B4-BE49-F238E27FC236}">
                <a16:creationId xmlns:a16="http://schemas.microsoft.com/office/drawing/2014/main" id="{860F9EE1-F523-4571-A931-982A2896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3">
            <a:extLst xmlns:a="http://schemas.openxmlformats.org/drawingml/2006/main">
              <a:ext uri="{FF2B5EF4-FFF2-40B4-BE49-F238E27FC236}">
                <a16:creationId xmlns:a16="http://schemas.microsoft.com/office/drawing/2014/main" id="{CAE45DB3-D144-43C2-9F65-AF09B328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先解析粗级命中，才能守住阴影覆盖底线</a:t>
            </a:r>
          </a:p>
        </p:txBody>
      </p:sp>
      <p:cxnSp>
        <p:nvCxnSpPr>
          <p:cNvPr id="241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3">
            <a:extLst xmlns:a="http://schemas.openxmlformats.org/drawingml/2006/main">
              <a:ext uri="{FF2B5EF4-FFF2-40B4-BE49-F238E27FC236}">
                <a16:creationId xmlns:a16="http://schemas.microsoft.com/office/drawing/2014/main" id="{65694B29-D863-4C47-B06B-FE19814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GpuVirtualShadowRenderPass.cpp:444–473, 652–690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51605B4D-C104-43A7-872A-2068C7A9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8" name="stage-arrow-4-0">
            <a:extLst xmlns:a="http://schemas.openxmlformats.org/drawingml/2006/main">
              <a:ext uri="{FF2B5EF4-FFF2-40B4-BE49-F238E27FC236}">
                <a16:creationId xmlns:a16="http://schemas.microsoft.com/office/drawing/2014/main" id="{30C0B8E4-3AA4-409E-879A-F12938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4-1">
            <a:extLst xmlns:a="http://schemas.openxmlformats.org/drawingml/2006/main">
              <a:ext uri="{FF2B5EF4-FFF2-40B4-BE49-F238E27FC236}">
                <a16:creationId xmlns:a16="http://schemas.microsoft.com/office/drawing/2014/main" id="{3A16744F-9ADC-4592-8221-D3CDFC7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4-2">
            <a:extLst xmlns:a="http://schemas.openxmlformats.org/drawingml/2006/main">
              <a:ext uri="{FF2B5EF4-FFF2-40B4-BE49-F238E27FC236}">
                <a16:creationId xmlns:a16="http://schemas.microsoft.com/office/drawing/2014/main" id="{EA2EB196-E6A3-443C-AC7C-B18F730A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4-3">
            <a:extLst xmlns:a="http://schemas.openxmlformats.org/drawingml/2006/main">
              <a:ext uri="{FF2B5EF4-FFF2-40B4-BE49-F238E27FC236}">
                <a16:creationId xmlns:a16="http://schemas.microsoft.com/office/drawing/2014/main" id="{20F299CE-EB9C-4EFE-8F51-0186A3B6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4-4">
            <a:extLst xmlns:a="http://schemas.openxmlformats.org/drawingml/2006/main">
              <a:ext uri="{FF2B5EF4-FFF2-40B4-BE49-F238E27FC236}">
                <a16:creationId xmlns:a16="http://schemas.microsoft.com/office/drawing/2014/main" id="{84748B45-C057-4ACC-89DB-139547A1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4-5">
            <a:extLst xmlns:a="http://schemas.openxmlformats.org/drawingml/2006/main">
              <a:ext uri="{FF2B5EF4-FFF2-40B4-BE49-F238E27FC236}">
                <a16:creationId xmlns:a16="http://schemas.microsoft.com/office/drawing/2014/main" id="{469CD72A-0830-4A05-98AB-94E19DB0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4-6">
            <a:extLst xmlns:a="http://schemas.openxmlformats.org/drawingml/2006/main">
              <a:ext uri="{FF2B5EF4-FFF2-40B4-BE49-F238E27FC236}">
                <a16:creationId xmlns:a16="http://schemas.microsoft.com/office/drawing/2014/main" id="{3367F637-600B-41DA-924D-8C30C0D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4-0">
            <a:extLst xmlns:a="http://schemas.openxmlformats.org/drawingml/2006/main">
              <a:ext uri="{FF2B5EF4-FFF2-40B4-BE49-F238E27FC236}">
                <a16:creationId xmlns:a16="http://schemas.microsoft.com/office/drawing/2014/main" id="{B1BFC61B-C0C0-46C4-890B-EFDF19E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4-0">
            <a:extLst xmlns:a="http://schemas.openxmlformats.org/drawingml/2006/main">
              <a:ext uri="{FF2B5EF4-FFF2-40B4-BE49-F238E27FC236}">
                <a16:creationId xmlns:a16="http://schemas.microsoft.com/office/drawing/2014/main" id="{8601239D-D22C-4838-9736-344D005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4-1">
            <a:extLst xmlns:a="http://schemas.openxmlformats.org/drawingml/2006/main">
              <a:ext uri="{FF2B5EF4-FFF2-40B4-BE49-F238E27FC236}">
                <a16:creationId xmlns:a16="http://schemas.microsoft.com/office/drawing/2014/main" id="{24B2C682-87E6-4498-80B4-6D0B2C3A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4-1">
            <a:extLst xmlns:a="http://schemas.openxmlformats.org/drawingml/2006/main">
              <a:ext uri="{FF2B5EF4-FFF2-40B4-BE49-F238E27FC236}">
                <a16:creationId xmlns:a16="http://schemas.microsoft.com/office/drawing/2014/main" id="{8B918797-582C-4879-BD91-C18CCAE9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4-2">
            <a:extLst xmlns:a="http://schemas.openxmlformats.org/drawingml/2006/main">
              <a:ext uri="{FF2B5EF4-FFF2-40B4-BE49-F238E27FC236}">
                <a16:creationId xmlns:a16="http://schemas.microsoft.com/office/drawing/2014/main" id="{6E51CB59-5829-4391-99A3-D426948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4-2">
            <a:extLst xmlns:a="http://schemas.openxmlformats.org/drawingml/2006/main">
              <a:ext uri="{FF2B5EF4-FFF2-40B4-BE49-F238E27FC236}">
                <a16:creationId xmlns:a16="http://schemas.microsoft.com/office/drawing/2014/main" id="{B077EF38-BFE6-4321-A279-FC4093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4-3">
            <a:extLst xmlns:a="http://schemas.openxmlformats.org/drawingml/2006/main">
              <a:ext uri="{FF2B5EF4-FFF2-40B4-BE49-F238E27FC236}">
                <a16:creationId xmlns:a16="http://schemas.microsoft.com/office/drawing/2014/main" id="{DC1D5295-73D8-4901-91F6-6C317CA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4-3">
            <a:extLst xmlns:a="http://schemas.openxmlformats.org/drawingml/2006/main">
              <a:ext uri="{FF2B5EF4-FFF2-40B4-BE49-F238E27FC236}">
                <a16:creationId xmlns:a16="http://schemas.microsoft.com/office/drawing/2014/main" id="{3B8344B7-BA97-4779-9F7A-E74DCB1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4-4">
            <a:extLst xmlns:a="http://schemas.openxmlformats.org/drawingml/2006/main">
              <a:ext uri="{FF2B5EF4-FFF2-40B4-BE49-F238E27FC236}">
                <a16:creationId xmlns:a16="http://schemas.microsoft.com/office/drawing/2014/main" id="{F494D5AB-1581-44C8-AD86-AC21275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4" name="stage-label-4-4">
            <a:extLst xmlns:a="http://schemas.openxmlformats.org/drawingml/2006/main">
              <a:ext uri="{FF2B5EF4-FFF2-40B4-BE49-F238E27FC236}">
                <a16:creationId xmlns:a16="http://schemas.microsoft.com/office/drawing/2014/main" id="{5922539D-9715-48EB-AC32-FB51D8B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4-5">
            <a:extLst xmlns:a="http://schemas.openxmlformats.org/drawingml/2006/main">
              <a:ext uri="{FF2B5EF4-FFF2-40B4-BE49-F238E27FC236}">
                <a16:creationId xmlns:a16="http://schemas.microsoft.com/office/drawing/2014/main" id="{047755E8-DE91-4879-99B5-55F3DF58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4-5">
            <a:extLst xmlns:a="http://schemas.openxmlformats.org/drawingml/2006/main">
              <a:ext uri="{FF2B5EF4-FFF2-40B4-BE49-F238E27FC236}">
                <a16:creationId xmlns:a16="http://schemas.microsoft.com/office/drawing/2014/main" id="{A435E5F6-F2BD-4BB2-AA18-DE6536E3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4-6">
            <a:extLst xmlns:a="http://schemas.openxmlformats.org/drawingml/2006/main">
              <a:ext uri="{FF2B5EF4-FFF2-40B4-BE49-F238E27FC236}">
                <a16:creationId xmlns:a16="http://schemas.microsoft.com/office/drawing/2014/main" id="{5757B45F-E315-4D23-9099-EFDFD08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4-6">
            <a:extLst xmlns:a="http://schemas.openxmlformats.org/drawingml/2006/main">
              <a:ext uri="{FF2B5EF4-FFF2-40B4-BE49-F238E27FC236}">
                <a16:creationId xmlns:a16="http://schemas.microsoft.com/office/drawing/2014/main" id="{151A8244-E17B-4C9A-ABFE-63200A43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4-7">
            <a:extLst xmlns:a="http://schemas.openxmlformats.org/drawingml/2006/main">
              <a:ext uri="{FF2B5EF4-FFF2-40B4-BE49-F238E27FC236}">
                <a16:creationId xmlns:a16="http://schemas.microsoft.com/office/drawing/2014/main" id="{82DE6507-189F-465F-952A-17BAADF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4-7">
            <a:extLst xmlns:a="http://schemas.openxmlformats.org/drawingml/2006/main">
              <a:ext uri="{FF2B5EF4-FFF2-40B4-BE49-F238E27FC236}">
                <a16:creationId xmlns:a16="http://schemas.microsoft.com/office/drawing/2014/main" id="{141541FB-E460-452E-AE34-40117AF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0236CE-5970-4E95-BDAD-CD83AFF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L3</a:t>
            </a:r>
          </a:p>
        </p:txBody>
      </p:sp>
      <p:cxnSp>
        <p:nvCxnSpPr>
          <p:cNvPr id="268" name=""/>
          <p:cNvCxnSpPr/>
          <p:nvPr/>
        </p:nvCxnSpPr>
        <p:spPr>
          <a:xfrm xmlns:a="http://schemas.openxmlformats.org/drawingml/2006/main">
            <a:off x="1485900" y="2609850"/>
            <a:ext cx="1524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6C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84566-D0B2-4FAA-9233-B5A55C47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A9F776-5678-4C56-8894-91732D70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860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310E32-1625-4FC7-8025-411D5907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241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197A45-74CA-4B4F-9BA5-7C02B32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860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7D666A-DEE2-4B2B-998E-19B6793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61A33-9768-41DD-A50C-6A046D51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860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037AEF-A358-45E6-8453-3D54197F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241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70C5FF-E676-4560-91C8-8FE1217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860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F6C315-0C11-4AAB-BB91-19FEB515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0BEABC-F902-4903-8AF4-2D72999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18D5ED-88B3-40B5-9C18-1B2A01F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93B78F-E891-499A-BBE2-1D797B0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4 hit · 1 miss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9B5406-36CE-4935-A5E8-EA30017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L2</a:t>
            </a:r>
          </a:p>
        </p:txBody>
      </p:sp>
      <p:cxnSp>
        <p:nvCxnSpPr>
          <p:cNvPr id="282" name=""/>
          <p:cNvCxnSpPr/>
          <p:nvPr/>
        </p:nvCxnSpPr>
        <p:spPr>
          <a:xfrm xmlns:a="http://schemas.openxmlformats.org/drawingml/2006/main">
            <a:off x="1485900" y="3409950"/>
            <a:ext cx="1524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6C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B0527E-96FA-48EA-A22F-6A8EFE1B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242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6D4247-FEDA-40CA-BE98-F016A1D0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861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1E6B89-7FB3-4213-9EC3-B583C51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242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B39B8-C328-4950-8B20-DA5C336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861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B4FAB8-7EBD-41C5-9940-F03CE9E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05893C-DEAA-4BE9-8592-A117EDA8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9F171F-DD4C-4580-A59A-D838F172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242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875D17-9832-4A66-8A99-4A0366E5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861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8A761F-D4CE-4DE3-B2C3-60BA382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DB11B3-63F1-4F7B-B903-DAB54AAB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861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390B41-6023-4408-AB5C-473FEDF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898B47-9965-4661-A0DF-059764B0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48025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3 hit · 2 miss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E542C2-0F01-4769-8CC2-2CE4D41C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L1</a:t>
            </a:r>
          </a:p>
        </p:txBody>
      </p:sp>
      <p:cxnSp>
        <p:nvCxnSpPr>
          <p:cNvPr id="296" name=""/>
          <p:cNvCxnSpPr/>
          <p:nvPr/>
        </p:nvCxnSpPr>
        <p:spPr>
          <a:xfrm xmlns:a="http://schemas.openxmlformats.org/drawingml/2006/main">
            <a:off x="1485900" y="4210050"/>
            <a:ext cx="1524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6C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269A1A-4CA3-46EF-8082-D635CFCD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243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D5F15F-FDC7-42A4-9AB7-AFDD1002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862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2FAB5E-ED07-4E42-ABF7-4C5BF20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243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D2FCED-C9EF-4CFF-9314-BF85646E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862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BF0DD2-7106-4263-8077-79CC5748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BEE422-B794-470B-814D-C862716B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82AB5C-1F3E-4926-9B87-5E4389AD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243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F0ADF2-B2A9-4A8B-93D0-068F4BB5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862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CC7F1B-34E1-4957-B8FC-C1E3161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9C51C1B-5AA1-4863-8C66-CA8B1095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862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B4513C-9303-490F-9DB0-E6CC3722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148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F9BE33-B9CE-414A-89A2-06CBE27C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48125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2 hit · 3 miss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2AC91D-2C72-4502-BAF2-9550D929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L0</a:t>
            </a:r>
          </a:p>
        </p:txBody>
      </p:sp>
      <p:cxnSp>
        <p:nvCxnSpPr>
          <p:cNvPr id="310" name=""/>
          <p:cNvCxnSpPr/>
          <p:nvPr/>
        </p:nvCxnSpPr>
        <p:spPr>
          <a:xfrm xmlns:a="http://schemas.openxmlformats.org/drawingml/2006/main">
            <a:off x="1485900" y="5010150"/>
            <a:ext cx="15240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6C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6E6419-94A2-4363-8EC1-098194B2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244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F85CC5A-F48C-4CBC-B98A-76A23B6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863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HIT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6135BA-49DC-4AF9-A8F8-DEC3E376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244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007D0B9-A169-4387-B4CB-E63437B9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863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F5602F-AA8C-47C7-87A9-90AC966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244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9B0A44-F458-4E2A-9EEF-E3E99894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863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712BA9-F6D2-4C5A-9819-4B34ABBE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244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F42821-FCE9-4230-8D76-F7F3134D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863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219027D-3A52-46B9-B79C-AA9CF7FC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609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5BF0B0-4AFA-4840-B67F-5B0A43D5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6325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70944C-AE28-4659-9BAA-34C28060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1490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597BAC8-7A2F-45F0-8631-E7069AF2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48225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1 hit · 4 miss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870EB25-B79E-475B-B408-038840F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2108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1EA82A5-9BD5-4BAF-BA2F-41F2F38D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81675"/>
            <a:ext cx="9753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先处理粗级命中，避免细级已驻留页提前 pin 住物理池。</a:t>
            </a:r>
          </a:p>
        </p:txBody>
      </p:sp>
    </p:spTree>
    <p:extLst>
      <p:ext uri="{BB962C8B-B14F-4D97-AF65-F5344CB8AC3E}">
        <p14:creationId xmlns:p14="http://schemas.microsoft.com/office/powerpoint/2010/main" val="1766328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background-14">
            <a:extLst xmlns:a="http://schemas.openxmlformats.org/drawingml/2006/main">
              <a:ext uri="{FF2B5EF4-FFF2-40B4-BE49-F238E27FC236}">
                <a16:creationId xmlns:a16="http://schemas.microsoft.com/office/drawing/2014/main" id="{814FB146-188F-42B6-BF46-52F86E0C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4">
            <a:extLst xmlns:a="http://schemas.openxmlformats.org/drawingml/2006/main">
              <a:ext uri="{FF2B5EF4-FFF2-40B4-BE49-F238E27FC236}">
                <a16:creationId xmlns:a16="http://schemas.microsoft.com/office/drawing/2014/main" id="{3B5504C1-4525-4D84-BF8C-67B467A2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4">
            <a:extLst xmlns:a="http://schemas.openxmlformats.org/drawingml/2006/main">
              <a:ext uri="{FF2B5EF4-FFF2-40B4-BE49-F238E27FC236}">
                <a16:creationId xmlns:a16="http://schemas.microsoft.com/office/drawing/2014/main" id="{65A48465-2B3F-43C9-A279-2DEDFB17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4">
            <a:extLst xmlns:a="http://schemas.openxmlformats.org/drawingml/2006/main">
              <a:ext uri="{FF2B5EF4-FFF2-40B4-BE49-F238E27FC236}">
                <a16:creationId xmlns:a16="http://schemas.microsoft.com/office/drawing/2014/main" id="{5AA1B414-0A6C-4879-816F-18EDDDD4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Miss 才进入分配：空闲页优先，必要时驱逐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4">
            <a:extLst xmlns:a="http://schemas.openxmlformats.org/drawingml/2006/main">
              <a:ext uri="{FF2B5EF4-FFF2-40B4-BE49-F238E27FC236}">
                <a16:creationId xmlns:a16="http://schemas.microsoft.com/office/drawing/2014/main" id="{456922A4-7EF1-4ADB-AE05-F12E649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GpuVirtualShadowRenderPass.cpp:693–731 · GPU VSM Design:216–230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37B3FE7D-62E8-4BBD-94AE-A25BE9C0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8" name="stage-arrow-5-0">
            <a:extLst xmlns:a="http://schemas.openxmlformats.org/drawingml/2006/main">
              <a:ext uri="{FF2B5EF4-FFF2-40B4-BE49-F238E27FC236}">
                <a16:creationId xmlns:a16="http://schemas.microsoft.com/office/drawing/2014/main" id="{F1973370-4B54-45F0-9633-E65F1CD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5-1">
            <a:extLst xmlns:a="http://schemas.openxmlformats.org/drawingml/2006/main">
              <a:ext uri="{FF2B5EF4-FFF2-40B4-BE49-F238E27FC236}">
                <a16:creationId xmlns:a16="http://schemas.microsoft.com/office/drawing/2014/main" id="{E21CA10B-CFE0-46F2-9A31-2DCCA7E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5-2">
            <a:extLst xmlns:a="http://schemas.openxmlformats.org/drawingml/2006/main">
              <a:ext uri="{FF2B5EF4-FFF2-40B4-BE49-F238E27FC236}">
                <a16:creationId xmlns:a16="http://schemas.microsoft.com/office/drawing/2014/main" id="{28002D97-2154-4E44-86C9-9297B19D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5-3">
            <a:extLst xmlns:a="http://schemas.openxmlformats.org/drawingml/2006/main">
              <a:ext uri="{FF2B5EF4-FFF2-40B4-BE49-F238E27FC236}">
                <a16:creationId xmlns:a16="http://schemas.microsoft.com/office/drawing/2014/main" id="{B7D9B233-1FEC-46A3-A38D-73A5A00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5-4">
            <a:extLst xmlns:a="http://schemas.openxmlformats.org/drawingml/2006/main">
              <a:ext uri="{FF2B5EF4-FFF2-40B4-BE49-F238E27FC236}">
                <a16:creationId xmlns:a16="http://schemas.microsoft.com/office/drawing/2014/main" id="{0E3DA759-6D40-4980-9BDE-5DB7626E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5-5">
            <a:extLst xmlns:a="http://schemas.openxmlformats.org/drawingml/2006/main">
              <a:ext uri="{FF2B5EF4-FFF2-40B4-BE49-F238E27FC236}">
                <a16:creationId xmlns:a16="http://schemas.microsoft.com/office/drawing/2014/main" id="{038CB956-37BA-4E73-B2EE-AA95610F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5-6">
            <a:extLst xmlns:a="http://schemas.openxmlformats.org/drawingml/2006/main">
              <a:ext uri="{FF2B5EF4-FFF2-40B4-BE49-F238E27FC236}">
                <a16:creationId xmlns:a16="http://schemas.microsoft.com/office/drawing/2014/main" id="{E5B35018-4304-44DE-A26C-9B4AEDF2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5-0">
            <a:extLst xmlns:a="http://schemas.openxmlformats.org/drawingml/2006/main">
              <a:ext uri="{FF2B5EF4-FFF2-40B4-BE49-F238E27FC236}">
                <a16:creationId xmlns:a16="http://schemas.microsoft.com/office/drawing/2014/main" id="{DA12A937-4B9A-4A43-AB3D-1032231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5-0">
            <a:extLst xmlns:a="http://schemas.openxmlformats.org/drawingml/2006/main">
              <a:ext uri="{FF2B5EF4-FFF2-40B4-BE49-F238E27FC236}">
                <a16:creationId xmlns:a16="http://schemas.microsoft.com/office/drawing/2014/main" id="{E3DAB94C-E649-4135-AD55-16EC646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5-1">
            <a:extLst xmlns:a="http://schemas.openxmlformats.org/drawingml/2006/main">
              <a:ext uri="{FF2B5EF4-FFF2-40B4-BE49-F238E27FC236}">
                <a16:creationId xmlns:a16="http://schemas.microsoft.com/office/drawing/2014/main" id="{6374046C-8C88-471A-B70F-B2F39BF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5-1">
            <a:extLst xmlns:a="http://schemas.openxmlformats.org/drawingml/2006/main">
              <a:ext uri="{FF2B5EF4-FFF2-40B4-BE49-F238E27FC236}">
                <a16:creationId xmlns:a16="http://schemas.microsoft.com/office/drawing/2014/main" id="{69141286-0756-4CF9-AEFE-3512DAB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5-2">
            <a:extLst xmlns:a="http://schemas.openxmlformats.org/drawingml/2006/main">
              <a:ext uri="{FF2B5EF4-FFF2-40B4-BE49-F238E27FC236}">
                <a16:creationId xmlns:a16="http://schemas.microsoft.com/office/drawing/2014/main" id="{B22A82D0-EB2C-487F-BC47-BB18FF9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5-2">
            <a:extLst xmlns:a="http://schemas.openxmlformats.org/drawingml/2006/main">
              <a:ext uri="{FF2B5EF4-FFF2-40B4-BE49-F238E27FC236}">
                <a16:creationId xmlns:a16="http://schemas.microsoft.com/office/drawing/2014/main" id="{02FBA741-B9A2-41DD-AACA-129FEA13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5-3">
            <a:extLst xmlns:a="http://schemas.openxmlformats.org/drawingml/2006/main">
              <a:ext uri="{FF2B5EF4-FFF2-40B4-BE49-F238E27FC236}">
                <a16:creationId xmlns:a16="http://schemas.microsoft.com/office/drawing/2014/main" id="{C3F25DD8-B2D9-47E5-9C77-AA73E84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5-3">
            <a:extLst xmlns:a="http://schemas.openxmlformats.org/drawingml/2006/main">
              <a:ext uri="{FF2B5EF4-FFF2-40B4-BE49-F238E27FC236}">
                <a16:creationId xmlns:a16="http://schemas.microsoft.com/office/drawing/2014/main" id="{5277A449-5F0F-4A21-A64A-509A9906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5-4">
            <a:extLst xmlns:a="http://schemas.openxmlformats.org/drawingml/2006/main">
              <a:ext uri="{FF2B5EF4-FFF2-40B4-BE49-F238E27FC236}">
                <a16:creationId xmlns:a16="http://schemas.microsoft.com/office/drawing/2014/main" id="{D7D028B6-BE6A-413F-A6EB-2726A201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5-4">
            <a:extLst xmlns:a="http://schemas.openxmlformats.org/drawingml/2006/main">
              <a:ext uri="{FF2B5EF4-FFF2-40B4-BE49-F238E27FC236}">
                <a16:creationId xmlns:a16="http://schemas.microsoft.com/office/drawing/2014/main" id="{F4C7AEA6-6E8B-4D81-A083-43344F88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5-5">
            <a:extLst xmlns:a="http://schemas.openxmlformats.org/drawingml/2006/main">
              <a:ext uri="{FF2B5EF4-FFF2-40B4-BE49-F238E27FC236}">
                <a16:creationId xmlns:a16="http://schemas.microsoft.com/office/drawing/2014/main" id="{1B6A9027-6627-4C2B-99E6-3C22AAFD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6" name="stage-label-5-5">
            <a:extLst xmlns:a="http://schemas.openxmlformats.org/drawingml/2006/main">
              <a:ext uri="{FF2B5EF4-FFF2-40B4-BE49-F238E27FC236}">
                <a16:creationId xmlns:a16="http://schemas.microsoft.com/office/drawing/2014/main" id="{BE5E6346-7BA1-4DDD-AA80-B4AF71CD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5-6">
            <a:extLst xmlns:a="http://schemas.openxmlformats.org/drawingml/2006/main">
              <a:ext uri="{FF2B5EF4-FFF2-40B4-BE49-F238E27FC236}">
                <a16:creationId xmlns:a16="http://schemas.microsoft.com/office/drawing/2014/main" id="{1898941D-0694-4F0A-A6C8-AB8F3708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5-6">
            <a:extLst xmlns:a="http://schemas.openxmlformats.org/drawingml/2006/main">
              <a:ext uri="{FF2B5EF4-FFF2-40B4-BE49-F238E27FC236}">
                <a16:creationId xmlns:a16="http://schemas.microsoft.com/office/drawing/2014/main" id="{50BD7788-52C1-4878-AEDE-9DC128D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5-7">
            <a:extLst xmlns:a="http://schemas.openxmlformats.org/drawingml/2006/main">
              <a:ext uri="{FF2B5EF4-FFF2-40B4-BE49-F238E27FC236}">
                <a16:creationId xmlns:a16="http://schemas.microsoft.com/office/drawing/2014/main" id="{5B72B038-FAA8-4189-BE97-3D7038D0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5-7">
            <a:extLst xmlns:a="http://schemas.openxmlformats.org/drawingml/2006/main">
              <a:ext uri="{FF2B5EF4-FFF2-40B4-BE49-F238E27FC236}">
                <a16:creationId xmlns:a16="http://schemas.microsoft.com/office/drawing/2014/main" id="{2C889E0A-D626-4216-A5C8-8084EF50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02277-FDDE-448C-9D2E-2F1B4BF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286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77A863-862F-4042-B77F-1B35B4EE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MISS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3C456-8524-462F-9E79-61349F85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762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7F99EA-3559-4620-99A2-28D2E33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14550"/>
            <a:ext cx="28765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5C0D3-1371-4389-9516-505CD83B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Free page available?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C3DB0B-3753-4FDE-8388-34624B5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allocator scan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EE3B62-8402-49E5-8FFD-B47044F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05050"/>
            <a:ext cx="819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43EF5C-2367-4F0C-9973-E5E2206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9900"/>
            <a:ext cx="819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3ABA6-3D79-4FDA-9C5C-DA18D909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9718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9B34F1-C80B-4D27-BCED-77B36091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438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YES · allocate free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2B5D97-A003-45E3-A87B-1FAD7891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29718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332719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75D4A2-22E5-40D3-A82C-DD09004E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438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NO · evict oldest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93D1E7-786B-4695-A04F-E983853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必须是本帧未 requested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A933F8-6010-4E47-8CB2-57651C06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0050"/>
            <a:ext cx="2667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96E283-2374-4BBB-BCD3-15F3A1F2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29718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351D23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250EE2-92EB-46BA-BC8D-3784FD0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438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全部 pinned →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A79FB2-641F-4CAC-8038-58EA0C36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62484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57325D-679F-4016-9F83-3D54775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42E61E-62C9-4152-99A5-827E5EC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546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DensePageTable[logical] = physical + 1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859BBF-8B40-4281-A24E-871A7A9B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546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PhysicalPage.key / lastUsed / flags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E73FCF-A3F9-4AB3-BB84-EAFA5015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5467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新映射设置 dirty = 1</a:t>
            </a:r>
          </a:p>
        </p:txBody>
      </p:sp>
    </p:spTree>
    <p:extLst>
      <p:ext uri="{BB962C8B-B14F-4D97-AF65-F5344CB8AC3E}">
        <p14:creationId xmlns:p14="http://schemas.microsoft.com/office/powerpoint/2010/main" val="17898703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background-15">
            <a:extLst xmlns:a="http://schemas.openxmlformats.org/drawingml/2006/main">
              <a:ext uri="{FF2B5EF4-FFF2-40B4-BE49-F238E27FC236}">
                <a16:creationId xmlns:a16="http://schemas.microsoft.com/office/drawing/2014/main" id="{B18E5799-1D74-40D2-8F6F-CE3CFA7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5">
            <a:extLst xmlns:a="http://schemas.openxmlformats.org/drawingml/2006/main">
              <a:ext uri="{FF2B5EF4-FFF2-40B4-BE49-F238E27FC236}">
                <a16:creationId xmlns:a16="http://schemas.microsoft.com/office/drawing/2014/main" id="{ABA64F02-0E92-41A4-928D-DC43666D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5">
            <a:extLst xmlns:a="http://schemas.openxmlformats.org/drawingml/2006/main">
              <a:ext uri="{FF2B5EF4-FFF2-40B4-BE49-F238E27FC236}">
                <a16:creationId xmlns:a16="http://schemas.microsoft.com/office/drawing/2014/main" id="{2D97A368-D644-4A11-BE5D-945C8F6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5">
            <a:extLst xmlns:a="http://schemas.openxmlformats.org/drawingml/2006/main">
              <a:ext uri="{FF2B5EF4-FFF2-40B4-BE49-F238E27FC236}">
                <a16:creationId xmlns:a16="http://schemas.microsoft.com/office/drawing/2014/main" id="{E1CA0997-D7A0-45B1-8D1F-1736A6E2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无 Readback：实例化绘制覆盖所有物理页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5">
            <a:extLst xmlns:a="http://schemas.openxmlformats.org/drawingml/2006/main">
              <a:ext uri="{FF2B5EF4-FFF2-40B4-BE49-F238E27FC236}">
                <a16:creationId xmlns:a16="http://schemas.microsoft.com/office/drawing/2014/main" id="{63A2DD98-AFF0-4749-BAA9-5DC45FB6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GpuVirtualShadowRenderPass.cpp:734–783 · VirtualShadowTypes.h:17</a:t>
            </a:r>
          </a:p>
        </p:txBody>
      </p:sp>
      <p:sp>
        <p:nvSpPr>
          <p:cNvPr id="7" name="page-15">
            <a:extLst xmlns:a="http://schemas.openxmlformats.org/drawingml/2006/main">
              <a:ext uri="{FF2B5EF4-FFF2-40B4-BE49-F238E27FC236}">
                <a16:creationId xmlns:a16="http://schemas.microsoft.com/office/drawing/2014/main" id="{CD9BFD40-D19B-4489-98C9-F2C4DA76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8" name="stage-arrow-6-0">
            <a:extLst xmlns:a="http://schemas.openxmlformats.org/drawingml/2006/main">
              <a:ext uri="{FF2B5EF4-FFF2-40B4-BE49-F238E27FC236}">
                <a16:creationId xmlns:a16="http://schemas.microsoft.com/office/drawing/2014/main" id="{E7136BD0-6A5A-4C6C-9A1B-0D8F4E9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6-1">
            <a:extLst xmlns:a="http://schemas.openxmlformats.org/drawingml/2006/main">
              <a:ext uri="{FF2B5EF4-FFF2-40B4-BE49-F238E27FC236}">
                <a16:creationId xmlns:a16="http://schemas.microsoft.com/office/drawing/2014/main" id="{404BE60B-1641-4A98-8A99-CABD0AD9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6-2">
            <a:extLst xmlns:a="http://schemas.openxmlformats.org/drawingml/2006/main">
              <a:ext uri="{FF2B5EF4-FFF2-40B4-BE49-F238E27FC236}">
                <a16:creationId xmlns:a16="http://schemas.microsoft.com/office/drawing/2014/main" id="{33B5B739-F14E-4E54-804B-FA86914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6-3">
            <a:extLst xmlns:a="http://schemas.openxmlformats.org/drawingml/2006/main">
              <a:ext uri="{FF2B5EF4-FFF2-40B4-BE49-F238E27FC236}">
                <a16:creationId xmlns:a16="http://schemas.microsoft.com/office/drawing/2014/main" id="{B0171015-A81F-4A85-8400-7E53FCA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6-4">
            <a:extLst xmlns:a="http://schemas.openxmlformats.org/drawingml/2006/main">
              <a:ext uri="{FF2B5EF4-FFF2-40B4-BE49-F238E27FC236}">
                <a16:creationId xmlns:a16="http://schemas.microsoft.com/office/drawing/2014/main" id="{19031D40-E5E6-4AF4-9060-423CD54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6-5">
            <a:extLst xmlns:a="http://schemas.openxmlformats.org/drawingml/2006/main">
              <a:ext uri="{FF2B5EF4-FFF2-40B4-BE49-F238E27FC236}">
                <a16:creationId xmlns:a16="http://schemas.microsoft.com/office/drawing/2014/main" id="{F75B75B2-4424-479E-A28A-CC2C103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6-6">
            <a:extLst xmlns:a="http://schemas.openxmlformats.org/drawingml/2006/main">
              <a:ext uri="{FF2B5EF4-FFF2-40B4-BE49-F238E27FC236}">
                <a16:creationId xmlns:a16="http://schemas.microsoft.com/office/drawing/2014/main" id="{A250E03A-3D8C-4008-8C9C-95E6845F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6-0">
            <a:extLst xmlns:a="http://schemas.openxmlformats.org/drawingml/2006/main">
              <a:ext uri="{FF2B5EF4-FFF2-40B4-BE49-F238E27FC236}">
                <a16:creationId xmlns:a16="http://schemas.microsoft.com/office/drawing/2014/main" id="{AFDCCADE-720D-4998-ADF6-842787D6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6-0">
            <a:extLst xmlns:a="http://schemas.openxmlformats.org/drawingml/2006/main">
              <a:ext uri="{FF2B5EF4-FFF2-40B4-BE49-F238E27FC236}">
                <a16:creationId xmlns:a16="http://schemas.microsoft.com/office/drawing/2014/main" id="{511BA678-C265-4839-935A-ED6ADF6F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6-1">
            <a:extLst xmlns:a="http://schemas.openxmlformats.org/drawingml/2006/main">
              <a:ext uri="{FF2B5EF4-FFF2-40B4-BE49-F238E27FC236}">
                <a16:creationId xmlns:a16="http://schemas.microsoft.com/office/drawing/2014/main" id="{83F4B8CE-3023-49E3-AABC-DB83E54F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6-1">
            <a:extLst xmlns:a="http://schemas.openxmlformats.org/drawingml/2006/main">
              <a:ext uri="{FF2B5EF4-FFF2-40B4-BE49-F238E27FC236}">
                <a16:creationId xmlns:a16="http://schemas.microsoft.com/office/drawing/2014/main" id="{44B4D74C-3E5D-48BC-9E43-48277370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6-2">
            <a:extLst xmlns:a="http://schemas.openxmlformats.org/drawingml/2006/main">
              <a:ext uri="{FF2B5EF4-FFF2-40B4-BE49-F238E27FC236}">
                <a16:creationId xmlns:a16="http://schemas.microsoft.com/office/drawing/2014/main" id="{64BF4934-D7A3-48C4-845F-7D984F47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6-2">
            <a:extLst xmlns:a="http://schemas.openxmlformats.org/drawingml/2006/main">
              <a:ext uri="{FF2B5EF4-FFF2-40B4-BE49-F238E27FC236}">
                <a16:creationId xmlns:a16="http://schemas.microsoft.com/office/drawing/2014/main" id="{005252AC-1019-4518-BB4E-BD5FF74C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6-3">
            <a:extLst xmlns:a="http://schemas.openxmlformats.org/drawingml/2006/main">
              <a:ext uri="{FF2B5EF4-FFF2-40B4-BE49-F238E27FC236}">
                <a16:creationId xmlns:a16="http://schemas.microsoft.com/office/drawing/2014/main" id="{8F0C8B99-733E-4CB7-8347-90B990C4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6-3">
            <a:extLst xmlns:a="http://schemas.openxmlformats.org/drawingml/2006/main">
              <a:ext uri="{FF2B5EF4-FFF2-40B4-BE49-F238E27FC236}">
                <a16:creationId xmlns:a16="http://schemas.microsoft.com/office/drawing/2014/main" id="{AC19CE6D-863B-499F-BFF6-70DC1D56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6-4">
            <a:extLst xmlns:a="http://schemas.openxmlformats.org/drawingml/2006/main">
              <a:ext uri="{FF2B5EF4-FFF2-40B4-BE49-F238E27FC236}">
                <a16:creationId xmlns:a16="http://schemas.microsoft.com/office/drawing/2014/main" id="{0156B3EA-49B7-42DD-AF7C-074FFD1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6-4">
            <a:extLst xmlns:a="http://schemas.openxmlformats.org/drawingml/2006/main">
              <a:ext uri="{FF2B5EF4-FFF2-40B4-BE49-F238E27FC236}">
                <a16:creationId xmlns:a16="http://schemas.microsoft.com/office/drawing/2014/main" id="{1443272A-91EB-43E6-943E-E32BFAC0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6-5">
            <a:extLst xmlns:a="http://schemas.openxmlformats.org/drawingml/2006/main">
              <a:ext uri="{FF2B5EF4-FFF2-40B4-BE49-F238E27FC236}">
                <a16:creationId xmlns:a16="http://schemas.microsoft.com/office/drawing/2014/main" id="{5DBC05E9-B146-4FC8-B077-DD7DA9D5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6-5">
            <a:extLst xmlns:a="http://schemas.openxmlformats.org/drawingml/2006/main">
              <a:ext uri="{FF2B5EF4-FFF2-40B4-BE49-F238E27FC236}">
                <a16:creationId xmlns:a16="http://schemas.microsoft.com/office/drawing/2014/main" id="{310ACA4F-7FA5-4A03-BA70-1B83B709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6-6">
            <a:extLst xmlns:a="http://schemas.openxmlformats.org/drawingml/2006/main">
              <a:ext uri="{FF2B5EF4-FFF2-40B4-BE49-F238E27FC236}">
                <a16:creationId xmlns:a16="http://schemas.microsoft.com/office/drawing/2014/main" id="{65D239BF-8B3C-4EFD-B63E-FF77E72D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28" name="stage-label-6-6">
            <a:extLst xmlns:a="http://schemas.openxmlformats.org/drawingml/2006/main">
              <a:ext uri="{FF2B5EF4-FFF2-40B4-BE49-F238E27FC236}">
                <a16:creationId xmlns:a16="http://schemas.microsoft.com/office/drawing/2014/main" id="{1A01FD42-B394-4562-8973-9596FEB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6-7">
            <a:extLst xmlns:a="http://schemas.openxmlformats.org/drawingml/2006/main">
              <a:ext uri="{FF2B5EF4-FFF2-40B4-BE49-F238E27FC236}">
                <a16:creationId xmlns:a16="http://schemas.microsoft.com/office/drawing/2014/main" id="{C4A0894D-598E-4B43-98D2-BA2879A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30" name="stage-label-6-7">
            <a:extLst xmlns:a="http://schemas.openxmlformats.org/drawingml/2006/main">
              <a:ext uri="{FF2B5EF4-FFF2-40B4-BE49-F238E27FC236}">
                <a16:creationId xmlns:a16="http://schemas.microsoft.com/office/drawing/2014/main" id="{34BEF763-1553-48A3-87E9-AB76401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0F913-4FE5-4C28-A823-A3604E0B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2C486-5671-479F-8C6C-0C24C06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66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69D981-4308-407F-B5EA-EAF1518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Caster Mesh Draw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B8F648-2031-464B-B0A5-530F488B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instanceCount = capacity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21EAC9-CE2F-432E-97FB-22AB1009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6DE31-F61D-4D32-91C3-D1CF30E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33E45F-61B4-494C-B852-29B8F11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97DFF4-7041-4668-B179-6C17F17B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AF6E2B-9827-452C-A131-7B020D4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E428A7-F449-41F5-AB06-DEAFCA1A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818E0B-F5A8-4A59-AF15-A1C13C48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SV_InstanceID = 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E11FB1-96C7-4DDE-BA62-08649173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2598F4-08B5-42F3-9BC2-FEDAAD59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SV_InstanceID =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723BA8-C170-43BB-B9A2-62309C23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6FCB01-008A-4A8E-AE76-14D32B91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SV_InstanceID = 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D20D56-A09E-4A0C-B20B-3E7CF395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1516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4958C2-9B04-498C-933B-D8B599C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434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1516C"/>
                </a:solidFill>
                <a:latin typeface="Microsoft YaHei"/>
                <a:ea typeface="Microsoft YaHei"/>
                <a:cs typeface="Microsoft YaHei"/>
              </a:defRPr>
            </a:pPr>
            <a:r>
              <a:t>SV_InstanceID =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EA58EE-65AA-4042-9D3D-1503C90F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220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1516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E3E8AD-1B13-40B0-8C8E-BC360D52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91100"/>
            <a:ext cx="1866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1516C"/>
                </a:solidFill>
                <a:latin typeface="Microsoft YaHei"/>
                <a:ea typeface="Microsoft YaHei"/>
                <a:cs typeface="Microsoft YaHei"/>
              </a:defRPr>
            </a:pPr>
            <a:r>
              <a:t>SV_InstanceID = 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DF3A05-1859-486A-A8E5-7D9C4054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781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E88DD3-0241-42B4-83E7-EBF10108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181350" cy="33337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E4E44B-E13F-4F0C-BA2F-69EBF6F4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9A1FAE-8C0D-4895-80F2-906E5170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84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E7A838-286E-46C4-986B-5C516EBB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384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DBEA9F-5956-48B7-B2A7-D6B509FB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384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090487-7B79-4BF2-8AF9-1BB87F48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BE509D-2431-4DE4-8743-176760CB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C78880-03F4-4F3B-B9D0-3D9C4B54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36DA54-37F8-4C7A-9C66-F8BEBECF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B84F92-767A-40EF-BC5C-FE5A096A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EAF88C-AB76-452D-933C-CD0FCFBE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2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518168-4D2C-4705-8894-6D73C23F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F52F4A-73AB-412B-BD2D-82A271A7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052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9A4EE7-424A-44B7-9E64-647A76F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6989E8-E05F-4953-830F-D1F00DA5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78C66F-46F7-45F7-B818-E039440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0737C1-8B87-445B-A93A-4CE17697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38600"/>
            <a:ext cx="4857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74FED0-12AA-44CD-962C-25BC9BDD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dirty + intersects → write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4067D9-4164-4BE9-9B88-F3A1418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inactive / outside → clip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D98DA7-2B5C-40D2-9878-6F77440C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429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91521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96CAED-0DA9-483F-90F2-760F63CF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3086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NO PAGE REQUEST READBACK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95DABA-8F71-40F1-9B3B-1C8CA3E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308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6E2"/>
                </a:solidFill>
                <a:latin typeface="Cascadia Mono"/>
                <a:ea typeface="Cascadia Mono"/>
                <a:cs typeface="Cascadia Mono"/>
              </a:defRPr>
            </a:pPr>
            <a:r>
              <a:t>DrawIndexedInstanced(indexCount,
                     physicalCapacity, ...);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C42E4C-D18E-44AA-A7D7-5F37C2F8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Page clear 也按 physical capacity 实例化；每页 6 个顶点。</a:t>
            </a:r>
          </a:p>
        </p:txBody>
      </p:sp>
    </p:spTree>
    <p:extLst>
      <p:ext uri="{BB962C8B-B14F-4D97-AF65-F5344CB8AC3E}">
        <p14:creationId xmlns:p14="http://schemas.microsoft.com/office/powerpoint/2010/main" val="595734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background-16">
            <a:extLst xmlns:a="http://schemas.openxmlformats.org/drawingml/2006/main">
              <a:ext uri="{FF2B5EF4-FFF2-40B4-BE49-F238E27FC236}">
                <a16:creationId xmlns:a16="http://schemas.microsoft.com/office/drawing/2014/main" id="{86E4C417-AFDB-4E90-9267-75B01E1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6">
            <a:extLst xmlns:a="http://schemas.openxmlformats.org/drawingml/2006/main">
              <a:ext uri="{FF2B5EF4-FFF2-40B4-BE49-F238E27FC236}">
                <a16:creationId xmlns:a16="http://schemas.microsoft.com/office/drawing/2014/main" id="{912689D3-FC5D-40E2-91D7-63F5A478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6">
            <a:extLst xmlns:a="http://schemas.openxmlformats.org/drawingml/2006/main">
              <a:ext uri="{FF2B5EF4-FFF2-40B4-BE49-F238E27FC236}">
                <a16:creationId xmlns:a16="http://schemas.microsoft.com/office/drawing/2014/main" id="{0B253F0E-DC98-4D4B-9C38-A1B48A1B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6">
            <a:extLst xmlns:a="http://schemas.openxmlformats.org/drawingml/2006/main">
              <a:ext uri="{FF2B5EF4-FFF2-40B4-BE49-F238E27FC236}">
                <a16:creationId xmlns:a16="http://schemas.microsoft.com/office/drawing/2014/main" id="{BFB840B7-7BFA-4EAE-A0D6-0B3B8B34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 Page Table 让虚拟页直达 Atlas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6">
            <a:extLst xmlns:a="http://schemas.openxmlformats.org/drawingml/2006/main">
              <a:ext uri="{FF2B5EF4-FFF2-40B4-BE49-F238E27FC236}">
                <a16:creationId xmlns:a16="http://schemas.microsoft.com/office/drawing/2014/main" id="{E935E3CF-6081-45AE-B8C7-BF1BFB41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Assets/Builtin/Shaders/BasicMesh.hlsl:68, 89–159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06E13E4D-0DE8-4106-B79E-A879867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  <p:sp>
        <p:nvSpPr>
          <p:cNvPr id="8" name="stage-arrow-7-0">
            <a:extLst xmlns:a="http://schemas.openxmlformats.org/drawingml/2006/main">
              <a:ext uri="{FF2B5EF4-FFF2-40B4-BE49-F238E27FC236}">
                <a16:creationId xmlns:a16="http://schemas.microsoft.com/office/drawing/2014/main" id="{1F05FFA8-D556-4EA6-BD35-7B9756DA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arrow-7-1">
            <a:extLst xmlns:a="http://schemas.openxmlformats.org/drawingml/2006/main">
              <a:ext uri="{FF2B5EF4-FFF2-40B4-BE49-F238E27FC236}">
                <a16:creationId xmlns:a16="http://schemas.microsoft.com/office/drawing/2014/main" id="{DF8F0CD7-6BB4-4023-B301-647A47CD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arrow-7-2">
            <a:extLst xmlns:a="http://schemas.openxmlformats.org/drawingml/2006/main">
              <a:ext uri="{FF2B5EF4-FFF2-40B4-BE49-F238E27FC236}">
                <a16:creationId xmlns:a16="http://schemas.microsoft.com/office/drawing/2014/main" id="{C1D2CBE2-D41E-4046-B3C5-6A633B7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arrow-7-3">
            <a:extLst xmlns:a="http://schemas.openxmlformats.org/drawingml/2006/main">
              <a:ext uri="{FF2B5EF4-FFF2-40B4-BE49-F238E27FC236}">
                <a16:creationId xmlns:a16="http://schemas.microsoft.com/office/drawing/2014/main" id="{54E55980-A516-4290-87B3-F1DFB6B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arrow-7-4">
            <a:extLst xmlns:a="http://schemas.openxmlformats.org/drawingml/2006/main">
              <a:ext uri="{FF2B5EF4-FFF2-40B4-BE49-F238E27FC236}">
                <a16:creationId xmlns:a16="http://schemas.microsoft.com/office/drawing/2014/main" id="{83FE45A4-2A6B-49B0-8F8A-34CE39F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arrow-7-5">
            <a:extLst xmlns:a="http://schemas.openxmlformats.org/drawingml/2006/main">
              <a:ext uri="{FF2B5EF4-FFF2-40B4-BE49-F238E27FC236}">
                <a16:creationId xmlns:a16="http://schemas.microsoft.com/office/drawing/2014/main" id="{6EC32D0B-34D8-40B6-8AFF-9F2C8DC8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arrow-7-6">
            <a:extLst xmlns:a="http://schemas.openxmlformats.org/drawingml/2006/main">
              <a:ext uri="{FF2B5EF4-FFF2-40B4-BE49-F238E27FC236}">
                <a16:creationId xmlns:a16="http://schemas.microsoft.com/office/drawing/2014/main" id="{6918C88D-93DE-41BB-9A17-4A3201EC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335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7-0">
            <a:extLst xmlns:a="http://schemas.openxmlformats.org/drawingml/2006/main">
              <a:ext uri="{FF2B5EF4-FFF2-40B4-BE49-F238E27FC236}">
                <a16:creationId xmlns:a16="http://schemas.microsoft.com/office/drawing/2014/main" id="{AFEE3546-4975-43BC-BF93-22F7963C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stage-label-7-0">
            <a:extLst xmlns:a="http://schemas.openxmlformats.org/drawingml/2006/main">
              <a:ext uri="{FF2B5EF4-FFF2-40B4-BE49-F238E27FC236}">
                <a16:creationId xmlns:a16="http://schemas.microsoft.com/office/drawing/2014/main" id="{7139E37B-3555-4399-8B89-5BE973B3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Depth</a:t>
            </a:r>
          </a:p>
        </p:txBody>
      </p:sp>
      <p:sp>
        <p:nvSpPr>
          <p:cNvPr id="17" name="stage-7-1">
            <a:extLst xmlns:a="http://schemas.openxmlformats.org/drawingml/2006/main">
              <a:ext uri="{FF2B5EF4-FFF2-40B4-BE49-F238E27FC236}">
                <a16:creationId xmlns:a16="http://schemas.microsoft.com/office/drawing/2014/main" id="{29D3C3E4-F03E-4C6B-9311-35B26E42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8" name="stage-label-7-1">
            <a:extLst xmlns:a="http://schemas.openxmlformats.org/drawingml/2006/main">
              <a:ext uri="{FF2B5EF4-FFF2-40B4-BE49-F238E27FC236}">
                <a16:creationId xmlns:a16="http://schemas.microsoft.com/office/drawing/2014/main" id="{09124263-51DA-4461-8850-8F5AE7B6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Clear</a:t>
            </a:r>
          </a:p>
        </p:txBody>
      </p:sp>
      <p:sp>
        <p:nvSpPr>
          <p:cNvPr id="19" name="stage-7-2">
            <a:extLst xmlns:a="http://schemas.openxmlformats.org/drawingml/2006/main">
              <a:ext uri="{FF2B5EF4-FFF2-40B4-BE49-F238E27FC236}">
                <a16:creationId xmlns:a16="http://schemas.microsoft.com/office/drawing/2014/main" id="{D1C58B6F-9A2B-4A53-946A-F527089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0" name="stage-label-7-2">
            <a:extLst xmlns:a="http://schemas.openxmlformats.org/drawingml/2006/main">
              <a:ext uri="{FF2B5EF4-FFF2-40B4-BE49-F238E27FC236}">
                <a16:creationId xmlns:a16="http://schemas.microsoft.com/office/drawing/2014/main" id="{7C5EBE26-9DE7-42AB-A1D3-C67DE74C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Mark</a:t>
            </a:r>
          </a:p>
        </p:txBody>
      </p:sp>
      <p:sp>
        <p:nvSpPr>
          <p:cNvPr id="21" name="stage-7-3">
            <a:extLst xmlns:a="http://schemas.openxmlformats.org/drawingml/2006/main">
              <a:ext uri="{FF2B5EF4-FFF2-40B4-BE49-F238E27FC236}">
                <a16:creationId xmlns:a16="http://schemas.microsoft.com/office/drawing/2014/main" id="{E82909B6-2857-4982-B81A-EB3B0DB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2" name="stage-label-7-3">
            <a:extLst xmlns:a="http://schemas.openxmlformats.org/drawingml/2006/main">
              <a:ext uri="{FF2B5EF4-FFF2-40B4-BE49-F238E27FC236}">
                <a16:creationId xmlns:a16="http://schemas.microsoft.com/office/drawing/2014/main" id="{F6D9FB57-2DFA-4F91-98EE-E4F2F779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Compact</a:t>
            </a:r>
          </a:p>
        </p:txBody>
      </p:sp>
      <p:sp>
        <p:nvSpPr>
          <p:cNvPr id="23" name="stage-7-4">
            <a:extLst xmlns:a="http://schemas.openxmlformats.org/drawingml/2006/main">
              <a:ext uri="{FF2B5EF4-FFF2-40B4-BE49-F238E27FC236}">
                <a16:creationId xmlns:a16="http://schemas.microsoft.com/office/drawing/2014/main" id="{E897973C-4999-4DDB-9C37-544F47AF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stage-label-7-4">
            <a:extLst xmlns:a="http://schemas.openxmlformats.org/drawingml/2006/main">
              <a:ext uri="{FF2B5EF4-FFF2-40B4-BE49-F238E27FC236}">
                <a16:creationId xmlns:a16="http://schemas.microsoft.com/office/drawing/2014/main" id="{984E9261-911B-4F1B-AB18-9569E59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Resolve</a:t>
            </a:r>
          </a:p>
        </p:txBody>
      </p:sp>
      <p:sp>
        <p:nvSpPr>
          <p:cNvPr id="25" name="stage-7-5">
            <a:extLst xmlns:a="http://schemas.openxmlformats.org/drawingml/2006/main">
              <a:ext uri="{FF2B5EF4-FFF2-40B4-BE49-F238E27FC236}">
                <a16:creationId xmlns:a16="http://schemas.microsoft.com/office/drawing/2014/main" id="{AFFF6347-0AD7-46FE-AE0E-876232B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6" name="stage-label-7-5">
            <a:extLst xmlns:a="http://schemas.openxmlformats.org/drawingml/2006/main">
              <a:ext uri="{FF2B5EF4-FFF2-40B4-BE49-F238E27FC236}">
                <a16:creationId xmlns:a16="http://schemas.microsoft.com/office/drawing/2014/main" id="{9B7DA3DA-6972-4CD4-9019-D355CF8C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Allocate</a:t>
            </a:r>
          </a:p>
        </p:txBody>
      </p:sp>
      <p:sp>
        <p:nvSpPr>
          <p:cNvPr id="27" name="stage-7-6">
            <a:extLst xmlns:a="http://schemas.openxmlformats.org/drawingml/2006/main">
              <a:ext uri="{FF2B5EF4-FFF2-40B4-BE49-F238E27FC236}">
                <a16:creationId xmlns:a16="http://schemas.microsoft.com/office/drawing/2014/main" id="{8AE4A66C-3460-4026-ACFD-D32C8E9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3A5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8" name="stage-label-7-6">
            <a:extLst xmlns:a="http://schemas.openxmlformats.org/drawingml/2006/main">
              <a:ext uri="{FF2B5EF4-FFF2-40B4-BE49-F238E27FC236}">
                <a16:creationId xmlns:a16="http://schemas.microsoft.com/office/drawing/2014/main" id="{C65C1ABB-D437-4936-9299-3697A66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Render</a:t>
            </a:r>
          </a:p>
        </p:txBody>
      </p:sp>
      <p:sp>
        <p:nvSpPr>
          <p:cNvPr id="29" name="stage-7-7">
            <a:extLst xmlns:a="http://schemas.openxmlformats.org/drawingml/2006/main">
              <a:ext uri="{FF2B5EF4-FFF2-40B4-BE49-F238E27FC236}">
                <a16:creationId xmlns:a16="http://schemas.microsoft.com/office/drawing/2014/main" id="{2785A724-BA71-4C6A-A08D-FC23701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62050"/>
            <a:ext cx="1257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30" name="stage-label-7-7">
            <a:extLst xmlns:a="http://schemas.openxmlformats.org/drawingml/2006/main">
              <a:ext uri="{FF2B5EF4-FFF2-40B4-BE49-F238E27FC236}">
                <a16:creationId xmlns:a16="http://schemas.microsoft.com/office/drawing/2014/main" id="{41810DF4-253D-4E9F-A63A-DA43A78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2668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2EE24-9D3F-42A7-9348-F773B78F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65866B-E84D-442E-8095-BC366F2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7982C-0507-4B13-AD2C-D38409F1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5334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55711-C10E-4BB4-8ADC-EE46543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0955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FE46B-8100-4C7A-B7D5-1F89398C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790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Virtual Address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2CCF99-E1F8-41DC-9384-5B421C5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790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level + page XY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BFE333-1A01-4696-B80C-A61CFF31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D22AE9-26EF-4614-AD8E-9F6CD94B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1526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FE4B52-22EC-4EFD-923F-A59B8E4F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Dense Table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9EFC28-1CCF-4B77-A7B3-7E1FDC8D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physical + 1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974CDE-7EE1-47BD-9A45-488CE38B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29050"/>
            <a:ext cx="184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0 =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A33B56-E091-4396-B774-7EBFDAA4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20574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A3C9D0-5ABA-4A45-8932-2B0D0FDF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Atlas Tile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519052-D0AD-4749-BC7E-89125A23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175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gutter safe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87B104-91AA-4B73-84F4-447013A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43B422-8D48-4E7B-85C6-222C7AAE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19431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2EAA5A-9CB1-4DF2-B6E3-DA377FE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14650"/>
            <a:ext cx="1638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PCF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6F2B3B-8E30-4968-8BA4-D5A1CEBC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99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CompareLevel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1EF0B5-34C7-4A6C-8106-F52F26D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63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shadow factor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1FE7F8-A5B5-43FE-9DC6-EF2C45D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3060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D452CC-411C-42F5-B5CA-431E12C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当前级缺页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D9A7F8-F6B2-44C9-AA43-D3C736C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10150"/>
            <a:ext cx="742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0F82BF-0B22-4B39-BDC4-FC44B6D6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530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尝试更粗 Clipmap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56F782-7418-4143-9347-9E153E6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742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DFA5E0-197F-4309-A2BA-987C201D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最终仍缺页 → fully lit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083774-8580-40F2-905A-E0873329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53100"/>
            <a:ext cx="68199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91521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B1B239-6095-450C-BC3B-E486FEAF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29300"/>
            <a:ext cx="6477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FORWARD SHADER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D3088E-3589-4E25-83D5-F6966AD5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19800"/>
            <a:ext cx="6477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7D6E2"/>
                </a:solidFill>
                <a:latin typeface="Cascadia Mono"/>
                <a:ea typeface="Cascadia Mono"/>
                <a:cs typeface="Cascadia Mono"/>
              </a:defRPr>
            </a:pPr>
            <a:r>
              <a:t>denseEntry = VirtualShadowDensePageTable[logicalIndex];
if (denseEntry != 0) physicalPage = denseEntry - 1;</a:t>
            </a:r>
          </a:p>
        </p:txBody>
      </p:sp>
    </p:spTree>
    <p:extLst>
      <p:ext uri="{BB962C8B-B14F-4D97-AF65-F5344CB8AC3E}">
        <p14:creationId xmlns:p14="http://schemas.microsoft.com/office/powerpoint/2010/main" val="355025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ackground-17">
            <a:extLst xmlns:a="http://schemas.openxmlformats.org/drawingml/2006/main">
              <a:ext uri="{FF2B5EF4-FFF2-40B4-BE49-F238E27FC236}">
                <a16:creationId xmlns:a16="http://schemas.microsoft.com/office/drawing/2014/main" id="{81DDD789-A0B0-4598-88AD-5896FFD0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7">
            <a:extLst xmlns:a="http://schemas.openxmlformats.org/drawingml/2006/main">
              <a:ext uri="{FF2B5EF4-FFF2-40B4-BE49-F238E27FC236}">
                <a16:creationId xmlns:a16="http://schemas.microsoft.com/office/drawing/2014/main" id="{EF71B09D-91E6-4E7F-9CD1-9FFF9D4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7">
            <a:extLst xmlns:a="http://schemas.openxmlformats.org/drawingml/2006/main">
              <a:ext uri="{FF2B5EF4-FFF2-40B4-BE49-F238E27FC236}">
                <a16:creationId xmlns:a16="http://schemas.microsoft.com/office/drawing/2014/main" id="{53F2B45B-5DB0-456D-9920-851BF056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7">
            <a:extLst xmlns:a="http://schemas.openxmlformats.org/drawingml/2006/main">
              <a:ext uri="{FF2B5EF4-FFF2-40B4-BE49-F238E27FC236}">
                <a16:creationId xmlns:a16="http://schemas.microsoft.com/office/drawing/2014/main" id="{5551C13B-3DBB-4D7A-A982-2031CD92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跨帧复用靠缓存，动态正确性靠新旧区域失效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7">
            <a:extLst xmlns:a="http://schemas.openxmlformats.org/drawingml/2006/main">
              <a:ext uri="{FF2B5EF4-FFF2-40B4-BE49-F238E27FC236}">
                <a16:creationId xmlns:a16="http://schemas.microsoft.com/office/drawing/2014/main" id="{4FA91B89-B637-4E05-A677-64923FC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VirtualShadowViewCache.cpp:252–393 · GPU VSM Design:274–295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B93670D5-FC86-4AA4-84D5-1CE4731E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0CE44-7492-4ADD-A85F-55E60F8F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24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Frame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EB524-C284-4209-AF51-8B24CCE0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24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Scene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6B165-2B1B-40F8-980E-9A92187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Frame N+1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1485900" y="5105400"/>
            <a:ext cx="9334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16C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E3227-49F8-4637-95D6-52ED711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911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DD6C1-E1DA-49B1-A61A-FA1740ED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911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1F4CA-35D1-4F55-87A8-4AEA3E44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85750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B23B2-F88F-46AC-BD57-3E18558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6604F-49D6-409F-8A6B-43BC53F2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5905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26394A"/>
          </a:solidFill>
          <a:ln xmlns:a="http://schemas.openxmlformats.org/drawingml/2006/main" w="19050">
            <a:solidFill>
              <a:srgbClr val="5F74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65BE1-5E5B-46F2-8703-5C10FEDC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767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caster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CA9A9-72D8-42D5-86FB-CBD25D94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缓存页保持 clean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AE2A4-9F8E-4614-9332-0B864D03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9269C-591F-4771-ACFB-FF5C89D2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580B02-CBCB-4AF0-BB4C-8C5E1A4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67050"/>
            <a:ext cx="5905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26394A"/>
          </a:solidFill>
          <a:ln xmlns:a="http://schemas.openxmlformats.org/drawingml/2006/main" w="19050">
            <a:solidFill>
              <a:srgbClr val="5F74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EB577-2931-4D07-8319-E1FCA463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905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47E3C-2C9F-4DF9-93A3-1BAB729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767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moved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A5515-667F-49C4-BB8E-4E329589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记录 old + new bounds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B3C1E-ECF3-4D33-95D7-18B2D54F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85750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4D52F-042F-480A-BDBD-2F06848D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727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A4625-2B56-494C-9665-BE11C7A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5905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351D23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0EB46-3376-4D1A-B394-1409EA1C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76550"/>
            <a:ext cx="5905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2372B"/>
          </a:solidFill>
          <a:ln xmlns:a="http://schemas.openxmlformats.org/drawingml/2006/main" w="19050">
            <a:solidFill>
              <a:srgbClr val="5FE3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68B9C-1D04-48C9-B4D7-A2A2845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7670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redraw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8781A-C969-4ED0-A3D3-8F203A72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62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命中页标记 dirty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ACB4D-456A-4456-AE04-F27EC2F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33650"/>
            <a:ext cx="91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old coverage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96569-7C84-4E4A-BCAB-F8CF235D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99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new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D5470-0624-435C-8C8F-5AC23A05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979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dirty 页即使当前未请求，也会保留 dirty，直到相机再次看到并重绘。</a:t>
            </a:r>
          </a:p>
        </p:txBody>
      </p:sp>
    </p:spTree>
    <p:extLst>
      <p:ext uri="{BB962C8B-B14F-4D97-AF65-F5344CB8AC3E}">
        <p14:creationId xmlns:p14="http://schemas.microsoft.com/office/powerpoint/2010/main" val="20887854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ackground-18">
            <a:extLst xmlns:a="http://schemas.openxmlformats.org/drawingml/2006/main">
              <a:ext uri="{FF2B5EF4-FFF2-40B4-BE49-F238E27FC236}">
                <a16:creationId xmlns:a16="http://schemas.microsoft.com/office/drawing/2014/main" id="{CEA70123-C727-4918-9FAD-1E0235AC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8">
            <a:extLst xmlns:a="http://schemas.openxmlformats.org/drawingml/2006/main">
              <a:ext uri="{FF2B5EF4-FFF2-40B4-BE49-F238E27FC236}">
                <a16:creationId xmlns:a16="http://schemas.microsoft.com/office/drawing/2014/main" id="{6DED046D-3B91-4565-B25A-18FCC762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8">
            <a:extLst xmlns:a="http://schemas.openxmlformats.org/drawingml/2006/main">
              <a:ext uri="{FF2B5EF4-FFF2-40B4-BE49-F238E27FC236}">
                <a16:creationId xmlns:a16="http://schemas.microsoft.com/office/drawing/2014/main" id="{9DE6E725-EECC-4F67-8CC4-7B61B9F6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8">
            <a:extLst xmlns:a="http://schemas.openxmlformats.org/drawingml/2006/main">
              <a:ext uri="{FF2B5EF4-FFF2-40B4-BE49-F238E27FC236}">
                <a16:creationId xmlns:a16="http://schemas.microsoft.com/office/drawing/2014/main" id="{E917C4DA-759F-46C1-8DE6-0F54A2EB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D3D11 与 D3D12 共享同一条上层路径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8">
            <a:extLst xmlns:a="http://schemas.openxmlformats.org/drawingml/2006/main">
              <a:ext uri="{FF2B5EF4-FFF2-40B4-BE49-F238E27FC236}">
                <a16:creationId xmlns:a16="http://schemas.microsoft.com/office/drawing/2014/main" id="{940F9A96-F197-421C-9C30-1D3316B4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BaseRenderer.cpp:210–218 · GpuVirtualShadowRenderPass.cpp:364–382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01B93FEA-AAF0-4217-A306-5EA1436E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pic>
        <p:nvPicPr>
          <p:cNvPr id="76" name="d3d11-edi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365c6cf04407b"/>
          <a:srcRect xmlns:a="http://schemas.openxmlformats.org/drawingml/2006/main" l="12892" t="0" r="12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71247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E14A2-5865-4943-BD2D-B54C2B01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4861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57B0A-1161-4D85-B303-EC6C96E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2876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Backend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8A29B-39BB-4E79-AE18-B9862285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EB85A-15B3-4E27-ABC1-86AE7732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D3D11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7D592-25EF-4701-8EB3-934AB43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50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GPU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5BA3E-7034-474C-B6DD-25B08F95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D6FF"/>
          </a:solidFill>
          <a:ln xmlns:a="http://schemas.openxmlformats.org/drawingml/2006/main" w="0">
            <a:solidFill>
              <a:srgbClr val="38D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7A473-7B9E-45D5-B232-C2C5779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t>D3D12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60AC0-25C4-4A13-8AA8-3C6F5EF5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194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GPU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69862-FEA5-4FFC-AF23-7655202A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971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7487"/>
          </a:solidFill>
          <a:ln xmlns:a="http://schemas.openxmlformats.org/drawingml/2006/main" w="0">
            <a:solidFill>
              <a:srgbClr val="5F74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E3A42-1E97-4F3C-9E2E-61F03B0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24225"/>
            <a:ext cx="971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METAL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28C92-76F5-494E-AEA0-5537CFAC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VSM off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8305800" y="3790950"/>
            <a:ext cx="27813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65E8C-0BAE-497C-8CCF-55C7869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78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B6B"/>
                </a:solidFill>
                <a:latin typeface="Microsoft YaHei"/>
                <a:ea typeface="Microsoft YaHei"/>
                <a:cs typeface="Microsoft YaHei"/>
              </a:defRPr>
            </a:pPr>
            <a:r>
              <a:t>GPU 初始化失败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B4130-F482-41DC-A715-BB45D51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278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DisableGpuShadows → VSM 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BB329-F0C9-4A0F-88C5-5AB911D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013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5304A"/>
          </a:solidFill>
          <a:ln xmlns:a="http://schemas.openxmlformats.org/drawingml/2006/main" w="9525">
            <a:solidFill>
              <a:srgbClr val="3151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C2012-1895-4539-B9F5-8E3927A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上层算法保持一致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EA781-9EC8-4464-BED9-B3708F52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7753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20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D3D11 / D3D12 共享 FrameGraph、Compute HLSL、buffer contract 与页面缓存语义。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51DD1-7E3D-4BFD-A6C1-79B4FE1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真实截图：VEngine Editor · D3D11 · DemoProject</a:t>
            </a:r>
          </a:p>
        </p:txBody>
      </p:sp>
    </p:spTree>
    <p:extLst>
      <p:ext uri="{BB962C8B-B14F-4D97-AF65-F5344CB8AC3E}">
        <p14:creationId xmlns:p14="http://schemas.microsoft.com/office/powerpoint/2010/main" val="2320368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ground-19">
            <a:extLst xmlns:a="http://schemas.openxmlformats.org/drawingml/2006/main">
              <a:ext uri="{FF2B5EF4-FFF2-40B4-BE49-F238E27FC236}">
                <a16:creationId xmlns:a16="http://schemas.microsoft.com/office/drawing/2014/main" id="{3EE29B0A-29F4-4720-8EB1-99CBF481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19">
            <a:extLst xmlns:a="http://schemas.openxmlformats.org/drawingml/2006/main">
              <a:ext uri="{FF2B5EF4-FFF2-40B4-BE49-F238E27FC236}">
                <a16:creationId xmlns:a16="http://schemas.microsoft.com/office/drawing/2014/main" id="{B966F23D-6D82-4E22-9188-AE85DDA0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19">
            <a:extLst xmlns:a="http://schemas.openxmlformats.org/drawingml/2006/main">
              <a:ext uri="{FF2B5EF4-FFF2-40B4-BE49-F238E27FC236}">
                <a16:creationId xmlns:a16="http://schemas.microsoft.com/office/drawing/2014/main" id="{CC261974-A53F-429C-82C6-FF7F10FC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19">
            <a:extLst xmlns:a="http://schemas.openxmlformats.org/drawingml/2006/main">
              <a:ext uri="{FF2B5EF4-FFF2-40B4-BE49-F238E27FC236}">
                <a16:creationId xmlns:a16="http://schemas.microsoft.com/office/drawing/2014/main" id="{938AA1ED-B9EB-4E1C-A687-C2EB5B10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DemoProject 已能看到稳定落地阴影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19">
            <a:extLst xmlns:a="http://schemas.openxmlformats.org/drawingml/2006/main">
              <a:ext uri="{FF2B5EF4-FFF2-40B4-BE49-F238E27FC236}">
                <a16:creationId xmlns:a16="http://schemas.microsoft.com/office/drawing/2014/main" id="{14E33424-BE2A-44B0-B03C-C60DD8E1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Runtime capture · VEngineWinEditor.exe --project DemoProject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6E6B6B76-B31F-4B1B-8DCC-8A8829A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pic>
        <p:nvPicPr>
          <p:cNvPr id="31" name="d3d12-edi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02492b9f34050"/>
          <a:stretch xmlns:a="http://schemas.openxmlformats.org/drawingml/2006/main"/>
        </p:blipFill>
        <p:spPr>
          <a:xfrm xmlns:a="http://schemas.openxmlformats.org/drawingml/2006/main">
            <a:off x="685800" y="1521635"/>
            <a:ext cx="10820400" cy="375758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B2CA5-0654-4F3B-B2AA-AD301EFF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B2A"/>
          </a:solidFill>
          <a:ln xmlns:a="http://schemas.openxmlformats.org/drawingml/2006/main" w="9525">
            <a:solidFill>
              <a:srgbClr val="5FE3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92198-D5B4-47C2-807B-431B064F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39A"/>
          </a:solidFill>
          <a:ln xmlns:a="http://schemas.openxmlformats.org/drawingml/2006/main" w="0">
            <a:solidFill>
              <a:srgbClr val="5FE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01262-CCCF-4072-BC45-ADECAF29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62625"/>
            <a:ext cx="1009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验证点：标题栏为 D3D12；Scene View 与 Game View 均可见几何体在白色地面上的稳定投影。</a:t>
            </a:r>
          </a:p>
        </p:txBody>
      </p:sp>
    </p:spTree>
    <p:extLst>
      <p:ext uri="{BB962C8B-B14F-4D97-AF65-F5344CB8AC3E}">
        <p14:creationId xmlns:p14="http://schemas.microsoft.com/office/powerpoint/2010/main" val="8464513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ackground-20">
            <a:extLst xmlns:a="http://schemas.openxmlformats.org/drawingml/2006/main">
              <a:ext uri="{FF2B5EF4-FFF2-40B4-BE49-F238E27FC236}">
                <a16:creationId xmlns:a16="http://schemas.microsoft.com/office/drawing/2014/main" id="{A3658DFB-3AFA-4312-8761-1A3D5587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accent-20">
            <a:extLst xmlns:a="http://schemas.openxmlformats.org/drawingml/2006/main">
              <a:ext uri="{FF2B5EF4-FFF2-40B4-BE49-F238E27FC236}">
                <a16:creationId xmlns:a16="http://schemas.microsoft.com/office/drawing/2014/main" id="{4FE2B6E0-1F8F-4555-B30A-06EB42FD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DB3"/>
          </a:solidFill>
          <a:ln xmlns:a="http://schemas.openxmlformats.org/drawingml/2006/main" w="0">
            <a:solidFill>
              <a:srgbClr val="0E8DB3"/>
            </a:solidFill>
            <a:prstDash val="solid"/>
          </a:ln>
        </p:spPr>
      </p:sp>
      <p:sp>
        <p:nvSpPr>
          <p:cNvPr id="3" name="eyebrow-20">
            <a:extLst xmlns:a="http://schemas.openxmlformats.org/drawingml/2006/main">
              <a:ext uri="{FF2B5EF4-FFF2-40B4-BE49-F238E27FC236}">
                <a16:creationId xmlns:a16="http://schemas.microsoft.com/office/drawing/2014/main" id="{D18BCC2F-14D6-44A6-9495-4FF116D8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19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/ GPU DRIVEN VSM</a:t>
            </a:r>
          </a:p>
        </p:txBody>
      </p:sp>
      <p:sp>
        <p:nvSpPr>
          <p:cNvPr id="4" name="title-20">
            <a:extLst xmlns:a="http://schemas.openxmlformats.org/drawingml/2006/main">
              <a:ext uri="{FF2B5EF4-FFF2-40B4-BE49-F238E27FC236}">
                <a16:creationId xmlns:a16="http://schemas.microsoft.com/office/drawing/2014/main" id="{069A47C9-CDE7-4548-AAA9-BEEEF7E3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闭环已完成，下一步优化可观测性与提交效率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685800" y="6381750"/>
            <a:ext cx="10820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16C"/>
            </a:solidFill>
            <a:prstDash val="solid"/>
          </a:ln>
        </p:spPr>
      </p:cxnSp>
      <p:sp>
        <p:nvSpPr>
          <p:cNvPr id="6" name="source-20">
            <a:extLst xmlns:a="http://schemas.openxmlformats.org/drawingml/2006/main">
              <a:ext uri="{FF2B5EF4-FFF2-40B4-BE49-F238E27FC236}">
                <a16:creationId xmlns:a16="http://schemas.microsoft.com/office/drawing/2014/main" id="{36481098-046E-4C1E-989D-72ACB85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SOURCE  GPU Driven VSM Design:292–329</a:t>
            </a:r>
          </a:p>
        </p:txBody>
      </p:sp>
      <p:sp>
        <p:nvSpPr>
          <p:cNvPr id="7" name="page-20">
            <a:extLst xmlns:a="http://schemas.openxmlformats.org/drawingml/2006/main">
              <a:ext uri="{FF2B5EF4-FFF2-40B4-BE49-F238E27FC236}">
                <a16:creationId xmlns:a16="http://schemas.microsoft.com/office/drawing/2014/main" id="{94A92B5F-09FB-41B9-BC84-7456AACC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48425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1AA91-D95B-42E9-BA4E-F5C9F78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71683-87BC-4295-BDB2-6803DCE0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629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Camera Depth → Request → Cache → Allocate → Render → Sample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781050" y="2571750"/>
            <a:ext cx="106299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8DB3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807D1-735C-4433-8888-6499D52B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857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下一步不是推翻闭环，而是让工作量更少、更可观测。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0CBCB-7731-4F8F-B092-E6701B72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385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8D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66382-B525-48FE-9471-66A6A8C3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95AC5-F846-4C74-B0C3-E64021E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2385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A99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DA058-5D46-45A6-A8F6-87048802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8D6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22F5E-476F-4CCD-9A8F-DD97326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GPU Scene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AB794-217A-4C27-AF89-0754412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把 caster 数据与失效检测也搬到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84A9E-B6C1-4921-B6B3-809A02D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48EF6-7D8B-499C-9220-65B58D42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Indirect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FF924-DEC4-4885-9314-0891EDB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910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只提交真正 dirty 且相交的页面实例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D462E-CC44-46C2-81DB-E5BDEB0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571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993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58A33-FE8A-4593-B7DD-E2E39D92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3F8FC"/>
                </a:solidFill>
                <a:latin typeface="Microsoft YaHei"/>
                <a:ea typeface="Microsoft YaHei"/>
                <a:cs typeface="Microsoft YaHei"/>
              </a:defRPr>
            </a:pPr>
            <a:r>
              <a:t>Diagnostics + Metal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101CA-EC77-42A0-A71F-A67BDDB3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1A6B8"/>
                </a:solidFill>
                <a:latin typeface="Microsoft YaHei"/>
                <a:ea typeface="Microsoft YaHei"/>
                <a:cs typeface="Microsoft YaHei"/>
              </a:defRPr>
            </a:pPr>
            <a:r>
              <a:t>计数器、调试视图与原生 Metal Compute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F1605-791A-4B29-8BC6-92D263B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F7487"/>
                </a:solidFill>
                <a:latin typeface="Microsoft YaHei"/>
                <a:ea typeface="Microsoft YaHei"/>
                <a:cs typeface="Microsoft YaHei"/>
              </a:defRPr>
            </a:pPr>
            <a:r>
              <a:t>VEngine GPU Driven VSM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44651-BC5A-4BC0-986A-21794D63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53100"/>
            <a:ext cx="550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FE39A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工作流完整 · 边界清晰 · 可继续演进</a:t>
            </a:r>
          </a:p>
        </p:txBody>
      </p:sp>
    </p:spTree>
    <p:extLst>
      <p:ext uri="{BB962C8B-B14F-4D97-AF65-F5344CB8AC3E}">
        <p14:creationId xmlns:p14="http://schemas.microsoft.com/office/powerpoint/2010/main" val="2036927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2026-07-24T03:12:37.0750000Z</dcterms:created>
  <dcterms:modified xsi:type="dcterms:W3CDTF">2026-07-24T03:12:37.0750000Z</dcterms:modified>
</coreProperties>
</file>